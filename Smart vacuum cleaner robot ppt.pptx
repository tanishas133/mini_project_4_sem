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Comic Sans" charset="1" panose="03000702030302020204"/>
      <p:regular r:id="rId22"/>
    </p:embeddedFont>
    <p:embeddedFont>
      <p:font typeface="Comic Sans Bold" charset="1" panose="03000902030302020204"/>
      <p:regular r:id="rId23"/>
    </p:embeddedFont>
    <p:embeddedFont>
      <p:font typeface="Century Gothic Paneuropean" charset="1" panose="020B0502020202020204"/>
      <p:regular r:id="rId25"/>
    </p:embeddedFont>
    <p:embeddedFont>
      <p:font typeface="Bodoni FLF" charset="1" panose="02000606090000020003"/>
      <p:regular r:id="rId26"/>
    </p:embeddedFont>
    <p:embeddedFont>
      <p:font typeface="Times New Roman Bold" charset="1" panose="02020803070505020304"/>
      <p:regular r:id="rId27"/>
    </p:embeddedFont>
    <p:embeddedFont>
      <p:font typeface="Times New Roman" charset="1" panose="02020603050405020304"/>
      <p:regular r:id="rId28"/>
    </p:embeddedFont>
    <p:embeddedFont>
      <p:font typeface="Bodoni FLF Bold" charset="1" panose="02000803080000020003"/>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notesSlides/notesSlide3.xml" Type="http://schemas.openxmlformats.org/officeDocument/2006/relationships/notesSlide"/><Relationship Id="rId3" Target="viewProps.xml" Type="http://schemas.openxmlformats.org/officeDocument/2006/relationships/viewProps"/><Relationship Id="rId30" Target="notesSlides/notesSlide4.xml" Type="http://schemas.openxmlformats.org/officeDocument/2006/relationships/notesSlide"/><Relationship Id="rId31" Target="notesSlides/notesSlide5.xml" Type="http://schemas.openxmlformats.org/officeDocument/2006/relationships/notesSlide"/><Relationship Id="rId32" Target="notesSlides/notesSlide6.xml" Type="http://schemas.openxmlformats.org/officeDocument/2006/relationships/notesSlide"/><Relationship Id="rId33" Target="fonts/font33.fntdata" Type="http://schemas.openxmlformats.org/officeDocument/2006/relationships/font"/><Relationship Id="rId34" Target="notesSlides/notesSlide7.xml" Type="http://schemas.openxmlformats.org/officeDocument/2006/relationships/notesSlide"/><Relationship Id="rId35" Target="notesSlides/notesSlide8.xml" Type="http://schemas.openxmlformats.org/officeDocument/2006/relationships/notesSlide"/><Relationship Id="rId36" Target="notesSlides/notesSlide9.xml" Type="http://schemas.openxmlformats.org/officeDocument/2006/relationships/notesSlide"/><Relationship Id="rId37" Target="notesSlides/notesSlide10.xml" Type="http://schemas.openxmlformats.org/officeDocument/2006/relationships/notesSlide"/><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theme/theme1.xml" Type="http://schemas.openxmlformats.org/officeDocument/2006/relationships/theme"/><Relationship Id="rId40" Target="notesSlides/notesSlide13.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 Id="rId5"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2.jpeg" Type="http://schemas.openxmlformats.org/officeDocument/2006/relationships/image"/><Relationship Id="rId9"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2.jpeg" Type="http://schemas.openxmlformats.org/officeDocument/2006/relationships/image"/><Relationship Id="rId9"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2.jpeg" Type="http://schemas.openxmlformats.org/officeDocument/2006/relationships/image"/><Relationship Id="rId9"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2.jpeg" Type="http://schemas.openxmlformats.org/officeDocument/2006/relationships/image"/><Relationship Id="rId9"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2.jpeg" Type="http://schemas.openxmlformats.org/officeDocument/2006/relationships/image"/><Relationship Id="rId9"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2.jpeg" Type="http://schemas.openxmlformats.org/officeDocument/2006/relationships/image"/><Relationship Id="rId9"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2" Target="../notesSlides/notesSlide8.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2.jpeg" Type="http://schemas.openxmlformats.org/officeDocument/2006/relationships/image"/><Relationship Id="rId9"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notesSlides/notesSlide9.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2.jpeg" Type="http://schemas.openxmlformats.org/officeDocument/2006/relationships/image"/><Relationship Id="rId9"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2" Target="../notesSlides/notesSlide10.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2.jpeg" Type="http://schemas.openxmlformats.org/officeDocument/2006/relationships/image"/><Relationship Id="rId9"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2" Target="../notesSlides/notesSlide11.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2.jpeg" Type="http://schemas.openxmlformats.org/officeDocument/2006/relationships/image"/><Relationship Id="rId9"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2.jpeg" Type="http://schemas.openxmlformats.org/officeDocument/2006/relationships/image"/><Relationship Id="rId9" Target="../media/image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2.jpeg" Type="http://schemas.openxmlformats.org/officeDocument/2006/relationships/image"/><Relationship Id="rId9"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181"/>
            <a:ext cx="18288000" cy="10285371"/>
            <a:chOff x="0" y="0"/>
            <a:chExt cx="24384000" cy="13713828"/>
          </a:xfrm>
        </p:grpSpPr>
        <p:sp>
          <p:nvSpPr>
            <p:cNvPr name="Freeform 3" id="3"/>
            <p:cNvSpPr/>
            <p:nvPr/>
          </p:nvSpPr>
          <p:spPr>
            <a:xfrm flipH="false" flipV="false" rot="0">
              <a:off x="0" y="0"/>
              <a:ext cx="24384000" cy="13713840"/>
            </a:xfrm>
            <a:custGeom>
              <a:avLst/>
              <a:gdLst/>
              <a:ahLst/>
              <a:cxnLst/>
              <a:rect r="r" b="b" t="t" l="l"/>
              <a:pathLst>
                <a:path h="13713840" w="24384000">
                  <a:moveTo>
                    <a:pt x="0" y="0"/>
                  </a:moveTo>
                  <a:lnTo>
                    <a:pt x="24384000" y="0"/>
                  </a:lnTo>
                  <a:lnTo>
                    <a:pt x="24384000" y="13713840"/>
                  </a:lnTo>
                  <a:lnTo>
                    <a:pt x="0" y="13713840"/>
                  </a:lnTo>
                  <a:close/>
                </a:path>
              </a:pathLst>
            </a:custGeom>
            <a:blipFill>
              <a:blip r:embed="rId3"/>
              <a:stretch>
                <a:fillRect l="0" t="-7" r="0" b="-7"/>
              </a:stretch>
            </a:blipFill>
          </p:spPr>
        </p:sp>
      </p:grpSp>
      <p:grpSp>
        <p:nvGrpSpPr>
          <p:cNvPr name="Group 4" id="4"/>
          <p:cNvGrpSpPr/>
          <p:nvPr/>
        </p:nvGrpSpPr>
        <p:grpSpPr>
          <a:xfrm rot="0">
            <a:off x="4829" y="4001043"/>
            <a:ext cx="6286500" cy="6285500"/>
            <a:chOff x="0" y="0"/>
            <a:chExt cx="8382000" cy="8380666"/>
          </a:xfrm>
        </p:grpSpPr>
        <p:sp>
          <p:nvSpPr>
            <p:cNvPr name="Freeform 5" id="5"/>
            <p:cNvSpPr/>
            <p:nvPr/>
          </p:nvSpPr>
          <p:spPr>
            <a:xfrm flipH="false" flipV="false" rot="0">
              <a:off x="0" y="0"/>
              <a:ext cx="8382000" cy="8380730"/>
            </a:xfrm>
            <a:custGeom>
              <a:avLst/>
              <a:gdLst/>
              <a:ahLst/>
              <a:cxnLst/>
              <a:rect r="r" b="b" t="t" l="l"/>
              <a:pathLst>
                <a:path h="8380730" w="8382000">
                  <a:moveTo>
                    <a:pt x="0" y="4190365"/>
                  </a:moveTo>
                  <a:cubicBezTo>
                    <a:pt x="0" y="1876044"/>
                    <a:pt x="1876425" y="0"/>
                    <a:pt x="4191000" y="0"/>
                  </a:cubicBezTo>
                  <a:cubicBezTo>
                    <a:pt x="6505575" y="0"/>
                    <a:pt x="8382000" y="1876044"/>
                    <a:pt x="8382000" y="4190365"/>
                  </a:cubicBezTo>
                  <a:cubicBezTo>
                    <a:pt x="8382000" y="6504687"/>
                    <a:pt x="6505575" y="8380730"/>
                    <a:pt x="4191000" y="8380730"/>
                  </a:cubicBezTo>
                  <a:cubicBezTo>
                    <a:pt x="1876425" y="8380730"/>
                    <a:pt x="0" y="6504559"/>
                    <a:pt x="0" y="4190365"/>
                  </a:cubicBezTo>
                  <a:close/>
                </a:path>
              </a:pathLst>
            </a:custGeom>
            <a:gradFill rotWithShape="true">
              <a:gsLst>
                <a:gs pos="0">
                  <a:srgbClr val="F7F7F7">
                    <a:alpha val="10980"/>
                  </a:srgbClr>
                </a:gs>
                <a:gs pos="36000">
                  <a:srgbClr val="F7F7F7">
                    <a:alpha val="9803"/>
                  </a:srgbClr>
                </a:gs>
                <a:gs pos="75000">
                  <a:srgbClr val="F7F7F7">
                    <a:alpha val="0"/>
                  </a:srgbClr>
                </a:gs>
                <a:gs pos="100000">
                  <a:srgbClr val="F7F7F7">
                    <a:alpha val="0"/>
                  </a:srgbClr>
                </a:gs>
              </a:gsLst>
              <a:path path="circle">
                <a:fillToRect l="50000" r="50000" t="50000" b="50000"/>
              </a:path>
            </a:gradFill>
          </p:spPr>
        </p:sp>
      </p:grpSp>
      <p:grpSp>
        <p:nvGrpSpPr>
          <p:cNvPr name="Group 6" id="6"/>
          <p:cNvGrpSpPr/>
          <p:nvPr/>
        </p:nvGrpSpPr>
        <p:grpSpPr>
          <a:xfrm rot="0">
            <a:off x="2629" y="4343886"/>
            <a:ext cx="3543300" cy="3542738"/>
            <a:chOff x="0" y="0"/>
            <a:chExt cx="4724400" cy="4723651"/>
          </a:xfrm>
        </p:grpSpPr>
        <p:sp>
          <p:nvSpPr>
            <p:cNvPr name="Freeform 7" id="7"/>
            <p:cNvSpPr/>
            <p:nvPr/>
          </p:nvSpPr>
          <p:spPr>
            <a:xfrm flipH="false" flipV="false" rot="0">
              <a:off x="0" y="0"/>
              <a:ext cx="4724400" cy="4723638"/>
            </a:xfrm>
            <a:custGeom>
              <a:avLst/>
              <a:gdLst/>
              <a:ahLst/>
              <a:cxnLst/>
              <a:rect r="r" b="b" t="t" l="l"/>
              <a:pathLst>
                <a:path h="4723638" w="4724400">
                  <a:moveTo>
                    <a:pt x="0" y="2361819"/>
                  </a:moveTo>
                  <a:cubicBezTo>
                    <a:pt x="0" y="1057402"/>
                    <a:pt x="1057656" y="0"/>
                    <a:pt x="2362200" y="0"/>
                  </a:cubicBezTo>
                  <a:cubicBezTo>
                    <a:pt x="3666744" y="0"/>
                    <a:pt x="4724400" y="1057402"/>
                    <a:pt x="4724400" y="2361819"/>
                  </a:cubicBezTo>
                  <a:cubicBezTo>
                    <a:pt x="4724400" y="3666236"/>
                    <a:pt x="3666744" y="4723638"/>
                    <a:pt x="2362200" y="4723638"/>
                  </a:cubicBezTo>
                  <a:cubicBezTo>
                    <a:pt x="1057656" y="4723638"/>
                    <a:pt x="0" y="3666236"/>
                    <a:pt x="0" y="2361819"/>
                  </a:cubicBezTo>
                  <a:close/>
                </a:path>
              </a:pathLst>
            </a:custGeom>
            <a:gradFill rotWithShape="true">
              <a:gsLst>
                <a:gs pos="0">
                  <a:srgbClr val="F7F7F7">
                    <a:alpha val="7843"/>
                  </a:srgbClr>
                </a:gs>
                <a:gs pos="36000">
                  <a:srgbClr val="F7F7F7">
                    <a:alpha val="7843"/>
                  </a:srgbClr>
                </a:gs>
                <a:gs pos="72000">
                  <a:srgbClr val="F7F7F7">
                    <a:alpha val="0"/>
                  </a:srgbClr>
                </a:gs>
                <a:gs pos="100000">
                  <a:srgbClr val="F7F7F7">
                    <a:alpha val="0"/>
                  </a:srgbClr>
                </a:gs>
              </a:gsLst>
              <a:path path="circle">
                <a:fillToRect l="50000" r="50000" t="50000" b="50000"/>
              </a:path>
            </a:gradFill>
          </p:spPr>
        </p:sp>
      </p:grpSp>
      <p:grpSp>
        <p:nvGrpSpPr>
          <p:cNvPr name="Group 8" id="8"/>
          <p:cNvGrpSpPr/>
          <p:nvPr/>
        </p:nvGrpSpPr>
        <p:grpSpPr>
          <a:xfrm rot="0">
            <a:off x="12913519" y="2515381"/>
            <a:ext cx="4229100" cy="4228433"/>
            <a:chOff x="0" y="0"/>
            <a:chExt cx="5638800" cy="5637911"/>
          </a:xfrm>
        </p:grpSpPr>
        <p:sp>
          <p:nvSpPr>
            <p:cNvPr name="Freeform 9" id="9"/>
            <p:cNvSpPr/>
            <p:nvPr/>
          </p:nvSpPr>
          <p:spPr>
            <a:xfrm flipH="false" flipV="false" rot="0">
              <a:off x="0" y="0"/>
              <a:ext cx="5638800" cy="5637911"/>
            </a:xfrm>
            <a:custGeom>
              <a:avLst/>
              <a:gdLst/>
              <a:ahLst/>
              <a:cxnLst/>
              <a:rect r="r" b="b" t="t" l="l"/>
              <a:pathLst>
                <a:path h="5637911" w="5638800">
                  <a:moveTo>
                    <a:pt x="0" y="2818892"/>
                  </a:moveTo>
                  <a:cubicBezTo>
                    <a:pt x="0" y="1262126"/>
                    <a:pt x="1262253" y="0"/>
                    <a:pt x="2819400" y="0"/>
                  </a:cubicBezTo>
                  <a:cubicBezTo>
                    <a:pt x="4376547" y="0"/>
                    <a:pt x="5638800" y="1262126"/>
                    <a:pt x="5638800" y="2818892"/>
                  </a:cubicBezTo>
                  <a:cubicBezTo>
                    <a:pt x="5638800" y="4375658"/>
                    <a:pt x="4376547" y="5637911"/>
                    <a:pt x="2819400" y="5637911"/>
                  </a:cubicBezTo>
                  <a:cubicBezTo>
                    <a:pt x="1262253" y="5637911"/>
                    <a:pt x="0" y="4375785"/>
                    <a:pt x="0" y="2818892"/>
                  </a:cubicBezTo>
                  <a:close/>
                </a:path>
              </a:pathLst>
            </a:custGeom>
            <a:gradFill rotWithShape="true">
              <a:gsLst>
                <a:gs pos="0">
                  <a:srgbClr val="F7F7F7">
                    <a:alpha val="6666"/>
                  </a:srgbClr>
                </a:gs>
                <a:gs pos="36000">
                  <a:srgbClr val="F7F7F7">
                    <a:alpha val="5882"/>
                  </a:srgbClr>
                </a:gs>
                <a:gs pos="69000">
                  <a:srgbClr val="F7F7F7">
                    <a:alpha val="0"/>
                  </a:srgbClr>
                </a:gs>
                <a:gs pos="100000">
                  <a:srgbClr val="F7F7F7">
                    <a:alpha val="0"/>
                  </a:srgbClr>
                </a:gs>
              </a:gsLst>
              <a:path path="circle">
                <a:fillToRect l="50000" r="50000" t="50000" b="50000"/>
              </a:path>
            </a:gradFill>
          </p:spPr>
        </p:sp>
      </p:grpSp>
      <p:grpSp>
        <p:nvGrpSpPr>
          <p:cNvPr name="Group 10" id="10"/>
          <p:cNvGrpSpPr/>
          <p:nvPr/>
        </p:nvGrpSpPr>
        <p:grpSpPr>
          <a:xfrm rot="0">
            <a:off x="11999119" y="-2381"/>
            <a:ext cx="2400300" cy="2399919"/>
            <a:chOff x="0" y="0"/>
            <a:chExt cx="3200400" cy="3199892"/>
          </a:xfrm>
        </p:grpSpPr>
        <p:sp>
          <p:nvSpPr>
            <p:cNvPr name="Freeform 11" id="11"/>
            <p:cNvSpPr/>
            <p:nvPr/>
          </p:nvSpPr>
          <p:spPr>
            <a:xfrm flipH="false" flipV="false" rot="0">
              <a:off x="0" y="0"/>
              <a:ext cx="3200400" cy="3199892"/>
            </a:xfrm>
            <a:custGeom>
              <a:avLst/>
              <a:gdLst/>
              <a:ahLst/>
              <a:cxnLst/>
              <a:rect r="r" b="b" t="t" l="l"/>
              <a:pathLst>
                <a:path h="3199892" w="3200400">
                  <a:moveTo>
                    <a:pt x="0" y="1599946"/>
                  </a:moveTo>
                  <a:cubicBezTo>
                    <a:pt x="0" y="716280"/>
                    <a:pt x="716407" y="0"/>
                    <a:pt x="1600200" y="0"/>
                  </a:cubicBezTo>
                  <a:cubicBezTo>
                    <a:pt x="2483993" y="0"/>
                    <a:pt x="3200400" y="716280"/>
                    <a:pt x="3200400" y="1599946"/>
                  </a:cubicBezTo>
                  <a:cubicBezTo>
                    <a:pt x="3200400" y="2483612"/>
                    <a:pt x="2483993" y="3199892"/>
                    <a:pt x="1600200" y="3199892"/>
                  </a:cubicBezTo>
                  <a:cubicBezTo>
                    <a:pt x="716407" y="3199892"/>
                    <a:pt x="0" y="2483612"/>
                    <a:pt x="0" y="1599946"/>
                  </a:cubicBezTo>
                  <a:close/>
                </a:path>
              </a:pathLst>
            </a:custGeom>
            <a:gradFill rotWithShape="true">
              <a:gsLst>
                <a:gs pos="0">
                  <a:srgbClr val="F7F7F7">
                    <a:alpha val="13725"/>
                  </a:srgbClr>
                </a:gs>
                <a:gs pos="36000">
                  <a:srgbClr val="F7F7F7">
                    <a:alpha val="6666"/>
                  </a:srgbClr>
                </a:gs>
                <a:gs pos="73000">
                  <a:srgbClr val="F7F7F7">
                    <a:alpha val="0"/>
                  </a:srgbClr>
                </a:gs>
                <a:gs pos="100000">
                  <a:srgbClr val="F7F7F7">
                    <a:alpha val="0"/>
                  </a:srgbClr>
                </a:gs>
              </a:gsLst>
              <a:path path="circle">
                <a:fillToRect l="50000" r="50000" t="50000" b="50000"/>
              </a:path>
            </a:gradFill>
          </p:spPr>
        </p:sp>
      </p:grpSp>
      <p:grpSp>
        <p:nvGrpSpPr>
          <p:cNvPr name="Group 12" id="12"/>
          <p:cNvGrpSpPr/>
          <p:nvPr/>
        </p:nvGrpSpPr>
        <p:grpSpPr>
          <a:xfrm rot="0">
            <a:off x="12913519" y="8810863"/>
            <a:ext cx="1485900" cy="1485662"/>
            <a:chOff x="0" y="0"/>
            <a:chExt cx="1981200" cy="1980882"/>
          </a:xfrm>
        </p:grpSpPr>
        <p:sp>
          <p:nvSpPr>
            <p:cNvPr name="Freeform 13" id="13"/>
            <p:cNvSpPr/>
            <p:nvPr/>
          </p:nvSpPr>
          <p:spPr>
            <a:xfrm flipH="false" flipV="false" rot="0">
              <a:off x="0" y="0"/>
              <a:ext cx="1981200" cy="1980946"/>
            </a:xfrm>
            <a:custGeom>
              <a:avLst/>
              <a:gdLst/>
              <a:ahLst/>
              <a:cxnLst/>
              <a:rect r="r" b="b" t="t" l="l"/>
              <a:pathLst>
                <a:path h="1980946" w="1981200">
                  <a:moveTo>
                    <a:pt x="0" y="990473"/>
                  </a:moveTo>
                  <a:cubicBezTo>
                    <a:pt x="0" y="443484"/>
                    <a:pt x="443484" y="0"/>
                    <a:pt x="990600" y="0"/>
                  </a:cubicBezTo>
                  <a:cubicBezTo>
                    <a:pt x="1537716" y="0"/>
                    <a:pt x="1981200" y="443484"/>
                    <a:pt x="1981200" y="990473"/>
                  </a:cubicBezTo>
                  <a:cubicBezTo>
                    <a:pt x="1981200" y="1537462"/>
                    <a:pt x="1537716" y="1980946"/>
                    <a:pt x="990600" y="1980946"/>
                  </a:cubicBezTo>
                  <a:cubicBezTo>
                    <a:pt x="443484" y="1980946"/>
                    <a:pt x="0" y="1537462"/>
                    <a:pt x="0" y="990473"/>
                  </a:cubicBezTo>
                  <a:close/>
                </a:path>
              </a:pathLst>
            </a:custGeom>
            <a:gradFill rotWithShape="true">
              <a:gsLst>
                <a:gs pos="0">
                  <a:srgbClr val="F7F7F7">
                    <a:alpha val="13725"/>
                  </a:srgbClr>
                </a:gs>
                <a:gs pos="36000">
                  <a:srgbClr val="F7F7F7">
                    <a:alpha val="6666"/>
                  </a:srgbClr>
                </a:gs>
                <a:gs pos="66000">
                  <a:srgbClr val="F7F7F7">
                    <a:alpha val="0"/>
                  </a:srgbClr>
                </a:gs>
                <a:gs pos="100000">
                  <a:srgbClr val="F7F7F7">
                    <a:alpha val="0"/>
                  </a:srgbClr>
                </a:gs>
              </a:gsLst>
              <a:path path="circle">
                <a:fillToRect l="50000" r="50000" t="50000" b="50000"/>
              </a:path>
            </a:gradFill>
          </p:spPr>
        </p:sp>
      </p:grpSp>
      <p:grpSp>
        <p:nvGrpSpPr>
          <p:cNvPr name="Group 14" id="14"/>
          <p:cNvGrpSpPr/>
          <p:nvPr/>
        </p:nvGrpSpPr>
        <p:grpSpPr>
          <a:xfrm rot="0">
            <a:off x="0" y="2381"/>
            <a:ext cx="18288000" cy="10284619"/>
            <a:chOff x="0" y="0"/>
            <a:chExt cx="24384000" cy="13712825"/>
          </a:xfrm>
        </p:grpSpPr>
        <p:sp>
          <p:nvSpPr>
            <p:cNvPr name="Freeform 15" id="15"/>
            <p:cNvSpPr/>
            <p:nvPr/>
          </p:nvSpPr>
          <p:spPr>
            <a:xfrm flipH="false" flipV="false" rot="0">
              <a:off x="0" y="0"/>
              <a:ext cx="24384000" cy="13712825"/>
            </a:xfrm>
            <a:custGeom>
              <a:avLst/>
              <a:gdLst/>
              <a:ahLst/>
              <a:cxnLst/>
              <a:rect r="r" b="b" t="t" l="l"/>
              <a:pathLst>
                <a:path h="13712825" w="24384000">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name="Group 16" id="16"/>
          <p:cNvGrpSpPr/>
          <p:nvPr/>
        </p:nvGrpSpPr>
        <p:grpSpPr>
          <a:xfrm rot="0">
            <a:off x="15656719" y="0"/>
            <a:ext cx="1028700" cy="1714500"/>
            <a:chOff x="0" y="0"/>
            <a:chExt cx="1371600" cy="2286000"/>
          </a:xfrm>
        </p:grpSpPr>
        <p:sp>
          <p:nvSpPr>
            <p:cNvPr name="Freeform 17" id="17"/>
            <p:cNvSpPr/>
            <p:nvPr/>
          </p:nvSpPr>
          <p:spPr>
            <a:xfrm flipH="false" flipV="false" rot="0">
              <a:off x="0" y="0"/>
              <a:ext cx="1371600" cy="2286000"/>
            </a:xfrm>
            <a:custGeom>
              <a:avLst/>
              <a:gdLst/>
              <a:ahLst/>
              <a:cxnLst/>
              <a:rect r="r" b="b" t="t" l="l"/>
              <a:pathLst>
                <a:path h="2286000" w="1371600">
                  <a:moveTo>
                    <a:pt x="0" y="0"/>
                  </a:moveTo>
                  <a:lnTo>
                    <a:pt x="1371600" y="0"/>
                  </a:lnTo>
                  <a:lnTo>
                    <a:pt x="1371600" y="2286000"/>
                  </a:lnTo>
                  <a:lnTo>
                    <a:pt x="0" y="2286000"/>
                  </a:lnTo>
                  <a:close/>
                </a:path>
              </a:pathLst>
            </a:custGeom>
            <a:solidFill>
              <a:srgbClr val="ACD433"/>
            </a:solidFill>
          </p:spPr>
        </p:sp>
      </p:grpSp>
      <p:grpSp>
        <p:nvGrpSpPr>
          <p:cNvPr name="Group 18" id="18"/>
          <p:cNvGrpSpPr/>
          <p:nvPr/>
        </p:nvGrpSpPr>
        <p:grpSpPr>
          <a:xfrm rot="0">
            <a:off x="802481" y="1476375"/>
            <a:ext cx="16792575" cy="1497806"/>
            <a:chOff x="0" y="0"/>
            <a:chExt cx="22390100" cy="1997075"/>
          </a:xfrm>
        </p:grpSpPr>
        <p:sp>
          <p:nvSpPr>
            <p:cNvPr name="Freeform 19" id="19"/>
            <p:cNvSpPr/>
            <p:nvPr/>
          </p:nvSpPr>
          <p:spPr>
            <a:xfrm flipH="false" flipV="false" rot="0">
              <a:off x="0" y="0"/>
              <a:ext cx="22390100" cy="1997074"/>
            </a:xfrm>
            <a:custGeom>
              <a:avLst/>
              <a:gdLst/>
              <a:ahLst/>
              <a:cxnLst/>
              <a:rect r="r" b="b" t="t" l="l"/>
              <a:pathLst>
                <a:path h="1997074" w="22390100">
                  <a:moveTo>
                    <a:pt x="0" y="0"/>
                  </a:moveTo>
                  <a:lnTo>
                    <a:pt x="22390100" y="0"/>
                  </a:lnTo>
                  <a:lnTo>
                    <a:pt x="22390100" y="1997074"/>
                  </a:lnTo>
                  <a:lnTo>
                    <a:pt x="0" y="1997074"/>
                  </a:lnTo>
                  <a:close/>
                </a:path>
              </a:pathLst>
            </a:custGeom>
            <a:blipFill>
              <a:blip r:embed="rId4">
                <a:alphaModFix amt="0"/>
              </a:blip>
              <a:stretch>
                <a:fillRect l="0" t="-168455" r="0" b="-168455"/>
              </a:stretch>
            </a:blipFill>
          </p:spPr>
        </p:sp>
        <p:sp>
          <p:nvSpPr>
            <p:cNvPr name="TextBox 20" id="20"/>
            <p:cNvSpPr txBox="true"/>
            <p:nvPr/>
          </p:nvSpPr>
          <p:spPr>
            <a:xfrm>
              <a:off x="0" y="0"/>
              <a:ext cx="22390100" cy="1997075"/>
            </a:xfrm>
            <a:prstGeom prst="rect">
              <a:avLst/>
            </a:prstGeom>
          </p:spPr>
          <p:txBody>
            <a:bodyPr anchor="b" rtlCol="false" tIns="0" lIns="0" bIns="0" rIns="0"/>
            <a:lstStyle/>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6480"/>
                </a:lnSpc>
              </a:pPr>
            </a:p>
            <a:p>
              <a:pPr algn="ctr">
                <a:lnSpc>
                  <a:spcPts val="5400"/>
                </a:lnSpc>
              </a:pPr>
              <a:r>
                <a:rPr lang="en-US" sz="4500">
                  <a:solidFill>
                    <a:srgbClr val="FFFFFF"/>
                  </a:solidFill>
                  <a:latin typeface="Comic Sans"/>
                  <a:ea typeface="Comic Sans"/>
                  <a:cs typeface="Comic Sans"/>
                  <a:sym typeface="Comic Sans"/>
                </a:rPr>
                <a:t>Smart vacuum cleaner robot for indoor cleaning</a:t>
              </a:r>
            </a:p>
            <a:p>
              <a:pPr algn="ctr">
                <a:lnSpc>
                  <a:spcPts val="3240"/>
                </a:lnSpc>
              </a:pPr>
            </a:p>
          </p:txBody>
        </p:sp>
      </p:grpSp>
      <p:sp>
        <p:nvSpPr>
          <p:cNvPr name="TextBox 21" id="21"/>
          <p:cNvSpPr txBox="true"/>
          <p:nvPr/>
        </p:nvSpPr>
        <p:spPr>
          <a:xfrm rot="0">
            <a:off x="8066227" y="3889038"/>
            <a:ext cx="8015792" cy="2371725"/>
          </a:xfrm>
          <a:prstGeom prst="rect">
            <a:avLst/>
          </a:prstGeom>
        </p:spPr>
        <p:txBody>
          <a:bodyPr anchor="t" rtlCol="false" tIns="0" lIns="0" bIns="0" rIns="0">
            <a:spAutoFit/>
          </a:bodyPr>
          <a:lstStyle/>
          <a:p>
            <a:pPr algn="l">
              <a:lnSpc>
                <a:spcPts val="3600"/>
              </a:lnSpc>
            </a:pPr>
            <a:r>
              <a:rPr lang="en-US" b="true" sz="3000">
                <a:solidFill>
                  <a:srgbClr val="FFFFFF"/>
                </a:solidFill>
                <a:latin typeface="Comic Sans Bold"/>
                <a:ea typeface="Comic Sans Bold"/>
                <a:cs typeface="Comic Sans Bold"/>
                <a:sym typeface="Comic Sans Bold"/>
              </a:rPr>
              <a:t>                     BY</a:t>
            </a:r>
          </a:p>
          <a:p>
            <a:pPr algn="l">
              <a:lnSpc>
                <a:spcPts val="3600"/>
              </a:lnSpc>
            </a:pPr>
            <a:r>
              <a:rPr lang="en-US" b="true" sz="3000">
                <a:solidFill>
                  <a:srgbClr val="FFFFFF"/>
                </a:solidFill>
                <a:latin typeface="Comic Sans Bold"/>
                <a:ea typeface="Comic Sans Bold"/>
                <a:cs typeface="Comic Sans Bold"/>
                <a:sym typeface="Comic Sans Bold"/>
              </a:rPr>
              <a:t>      Rishika Singh         1CR24EC172</a:t>
            </a:r>
          </a:p>
          <a:p>
            <a:pPr algn="l">
              <a:lnSpc>
                <a:spcPts val="3600"/>
              </a:lnSpc>
            </a:pPr>
            <a:r>
              <a:rPr lang="en-US" b="true" sz="3000">
                <a:solidFill>
                  <a:srgbClr val="FFFFFF"/>
                </a:solidFill>
                <a:latin typeface="Comic Sans Bold"/>
                <a:ea typeface="Comic Sans Bold"/>
                <a:cs typeface="Comic Sans Bold"/>
                <a:sym typeface="Comic Sans Bold"/>
              </a:rPr>
              <a:t>      Tanisha Santhosh    1CR24EC218</a:t>
            </a:r>
          </a:p>
          <a:p>
            <a:pPr algn="l">
              <a:lnSpc>
                <a:spcPts val="3600"/>
              </a:lnSpc>
            </a:pPr>
            <a:r>
              <a:rPr lang="en-US" b="true" sz="3000">
                <a:solidFill>
                  <a:srgbClr val="FFFFFF"/>
                </a:solidFill>
                <a:latin typeface="Comic Sans Bold"/>
                <a:ea typeface="Comic Sans Bold"/>
                <a:cs typeface="Comic Sans Bold"/>
                <a:sym typeface="Comic Sans Bold"/>
              </a:rPr>
              <a:t>      Nippuleti Akhila      1CR24EC133</a:t>
            </a:r>
          </a:p>
          <a:p>
            <a:pPr algn="r">
              <a:lnSpc>
                <a:spcPts val="4320"/>
              </a:lnSpc>
            </a:pPr>
            <a:r>
              <a:rPr lang="en-US" sz="3600">
                <a:solidFill>
                  <a:srgbClr val="000000"/>
                </a:solidFill>
                <a:latin typeface="Comic Sans"/>
                <a:ea typeface="Comic Sans"/>
                <a:cs typeface="Comic Sans"/>
                <a:sym typeface="Comic Sans"/>
              </a:rPr>
              <a:t> </a:t>
            </a:r>
          </a:p>
        </p:txBody>
      </p:sp>
      <p:sp>
        <p:nvSpPr>
          <p:cNvPr name="TextBox 22" id="22"/>
          <p:cNvSpPr txBox="true"/>
          <p:nvPr/>
        </p:nvSpPr>
        <p:spPr>
          <a:xfrm rot="0">
            <a:off x="6221197" y="8508663"/>
            <a:ext cx="6717134" cy="542925"/>
          </a:xfrm>
          <a:prstGeom prst="rect">
            <a:avLst/>
          </a:prstGeom>
        </p:spPr>
        <p:txBody>
          <a:bodyPr anchor="t" rtlCol="false" tIns="0" lIns="0" bIns="0" rIns="0">
            <a:spAutoFit/>
          </a:bodyPr>
          <a:lstStyle/>
          <a:p>
            <a:pPr algn="ctr">
              <a:lnSpc>
                <a:spcPts val="4320"/>
              </a:lnSpc>
            </a:pPr>
            <a:r>
              <a:rPr lang="en-US" sz="3600">
                <a:solidFill>
                  <a:srgbClr val="FFFFFF"/>
                </a:solidFill>
                <a:latin typeface="Comic Sans"/>
                <a:ea typeface="Comic Sans"/>
                <a:cs typeface="Comic Sans"/>
                <a:sym typeface="Comic Sans"/>
              </a:rPr>
              <a:t>Electronics and communications</a:t>
            </a:r>
          </a:p>
        </p:txBody>
      </p:sp>
      <p:sp>
        <p:nvSpPr>
          <p:cNvPr name="TextBox 23" id="23"/>
          <p:cNvSpPr txBox="true"/>
          <p:nvPr/>
        </p:nvSpPr>
        <p:spPr>
          <a:xfrm rot="0">
            <a:off x="7987646" y="7337088"/>
            <a:ext cx="8801605" cy="1000125"/>
          </a:xfrm>
          <a:prstGeom prst="rect">
            <a:avLst/>
          </a:prstGeom>
        </p:spPr>
        <p:txBody>
          <a:bodyPr anchor="t" rtlCol="false" tIns="0" lIns="0" bIns="0" rIns="0">
            <a:spAutoFit/>
          </a:bodyPr>
          <a:lstStyle/>
          <a:p>
            <a:pPr algn="l">
              <a:lnSpc>
                <a:spcPts val="3600"/>
              </a:lnSpc>
            </a:pPr>
            <a:r>
              <a:rPr lang="en-US" b="true" sz="3000">
                <a:solidFill>
                  <a:srgbClr val="FFFFFF"/>
                </a:solidFill>
                <a:latin typeface="Comic Sans Bold"/>
                <a:ea typeface="Comic Sans Bold"/>
                <a:cs typeface="Comic Sans Bold"/>
                <a:sym typeface="Comic Sans Bold"/>
              </a:rPr>
              <a:t>Under the Guidance of Prof.Abinash Panda</a:t>
            </a:r>
          </a:p>
          <a:p>
            <a:pPr algn="r">
              <a:lnSpc>
                <a:spcPts val="4320"/>
              </a:lnSpc>
            </a:pPr>
            <a:r>
              <a:rPr lang="en-US" sz="3600">
                <a:solidFill>
                  <a:srgbClr val="FFFFFF"/>
                </a:solidFill>
                <a:latin typeface="Comic Sans"/>
                <a:ea typeface="Comic Sans"/>
                <a:cs typeface="Comic Sans"/>
                <a:sym typeface="Comic Sans"/>
              </a:rPr>
              <a:t> </a:t>
            </a:r>
          </a:p>
        </p:txBody>
      </p:sp>
      <p:sp>
        <p:nvSpPr>
          <p:cNvPr name="Freeform 24" id="24"/>
          <p:cNvSpPr/>
          <p:nvPr/>
        </p:nvSpPr>
        <p:spPr>
          <a:xfrm flipH="false" flipV="false" rot="0">
            <a:off x="802481" y="2974181"/>
            <a:ext cx="6930266" cy="4900965"/>
          </a:xfrm>
          <a:custGeom>
            <a:avLst/>
            <a:gdLst/>
            <a:ahLst/>
            <a:cxnLst/>
            <a:rect r="r" b="b" t="t" l="l"/>
            <a:pathLst>
              <a:path h="4900965" w="6930266">
                <a:moveTo>
                  <a:pt x="0" y="0"/>
                </a:moveTo>
                <a:lnTo>
                  <a:pt x="6930266" y="0"/>
                </a:lnTo>
                <a:lnTo>
                  <a:pt x="6930266" y="4900965"/>
                </a:lnTo>
                <a:lnTo>
                  <a:pt x="0" y="4900965"/>
                </a:lnTo>
                <a:lnTo>
                  <a:pt x="0" y="0"/>
                </a:lnTo>
                <a:close/>
              </a:path>
            </a:pathLst>
          </a:custGeom>
          <a:blipFill>
            <a:blip r:embed="rId5"/>
            <a:stretch>
              <a:fillRect l="0" t="0" r="0" b="-115"/>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181"/>
            <a:ext cx="18288000" cy="10285371"/>
            <a:chOff x="0" y="0"/>
            <a:chExt cx="24384000" cy="13713828"/>
          </a:xfrm>
        </p:grpSpPr>
        <p:sp>
          <p:nvSpPr>
            <p:cNvPr name="Freeform 3" id="3"/>
            <p:cNvSpPr/>
            <p:nvPr/>
          </p:nvSpPr>
          <p:spPr>
            <a:xfrm flipH="false" flipV="false" rot="0">
              <a:off x="0" y="0"/>
              <a:ext cx="24384000" cy="13713840"/>
            </a:xfrm>
            <a:custGeom>
              <a:avLst/>
              <a:gdLst/>
              <a:ahLst/>
              <a:cxnLst/>
              <a:rect r="r" b="b" t="t" l="l"/>
              <a:pathLst>
                <a:path h="13713840" w="24384000">
                  <a:moveTo>
                    <a:pt x="0" y="0"/>
                  </a:moveTo>
                  <a:lnTo>
                    <a:pt x="24384000" y="0"/>
                  </a:lnTo>
                  <a:lnTo>
                    <a:pt x="24384000" y="13713840"/>
                  </a:lnTo>
                  <a:lnTo>
                    <a:pt x="0" y="13713840"/>
                  </a:lnTo>
                  <a:close/>
                </a:path>
              </a:pathLst>
            </a:custGeom>
            <a:blipFill>
              <a:blip r:embed="rId3"/>
              <a:stretch>
                <a:fillRect l="0" t="-7" r="0" b="-7"/>
              </a:stretch>
            </a:blipFill>
          </p:spPr>
        </p:sp>
      </p:grpSp>
      <p:grpSp>
        <p:nvGrpSpPr>
          <p:cNvPr name="Group 4" id="4"/>
          <p:cNvGrpSpPr/>
          <p:nvPr/>
        </p:nvGrpSpPr>
        <p:grpSpPr>
          <a:xfrm rot="0">
            <a:off x="4829" y="4001043"/>
            <a:ext cx="6286500" cy="6285500"/>
            <a:chOff x="0" y="0"/>
            <a:chExt cx="8382000" cy="8380666"/>
          </a:xfrm>
        </p:grpSpPr>
        <p:sp>
          <p:nvSpPr>
            <p:cNvPr name="Freeform 5" id="5"/>
            <p:cNvSpPr/>
            <p:nvPr/>
          </p:nvSpPr>
          <p:spPr>
            <a:xfrm flipH="false" flipV="false" rot="0">
              <a:off x="0" y="0"/>
              <a:ext cx="8382000" cy="8380730"/>
            </a:xfrm>
            <a:custGeom>
              <a:avLst/>
              <a:gdLst/>
              <a:ahLst/>
              <a:cxnLst/>
              <a:rect r="r" b="b" t="t" l="l"/>
              <a:pathLst>
                <a:path h="8380730" w="8382000">
                  <a:moveTo>
                    <a:pt x="0" y="4190365"/>
                  </a:moveTo>
                  <a:cubicBezTo>
                    <a:pt x="0" y="1876044"/>
                    <a:pt x="1876425" y="0"/>
                    <a:pt x="4191000" y="0"/>
                  </a:cubicBezTo>
                  <a:cubicBezTo>
                    <a:pt x="6505575" y="0"/>
                    <a:pt x="8382000" y="1876044"/>
                    <a:pt x="8382000" y="4190365"/>
                  </a:cubicBezTo>
                  <a:cubicBezTo>
                    <a:pt x="8382000" y="6504687"/>
                    <a:pt x="6505575" y="8380730"/>
                    <a:pt x="4191000" y="8380730"/>
                  </a:cubicBezTo>
                  <a:cubicBezTo>
                    <a:pt x="1876425" y="8380730"/>
                    <a:pt x="0" y="6504559"/>
                    <a:pt x="0" y="4190365"/>
                  </a:cubicBezTo>
                  <a:close/>
                </a:path>
              </a:pathLst>
            </a:custGeom>
            <a:gradFill rotWithShape="true">
              <a:gsLst>
                <a:gs pos="0">
                  <a:srgbClr val="F7F7F7">
                    <a:alpha val="10980"/>
                  </a:srgbClr>
                </a:gs>
                <a:gs pos="36000">
                  <a:srgbClr val="F7F7F7">
                    <a:alpha val="9803"/>
                  </a:srgbClr>
                </a:gs>
                <a:gs pos="75000">
                  <a:srgbClr val="F7F7F7">
                    <a:alpha val="0"/>
                  </a:srgbClr>
                </a:gs>
                <a:gs pos="100000">
                  <a:srgbClr val="F7F7F7">
                    <a:alpha val="0"/>
                  </a:srgbClr>
                </a:gs>
              </a:gsLst>
              <a:path path="circle">
                <a:fillToRect l="50000" r="50000" t="50000" b="50000"/>
              </a:path>
            </a:gradFill>
          </p:spPr>
        </p:sp>
      </p:grpSp>
      <p:grpSp>
        <p:nvGrpSpPr>
          <p:cNvPr name="Group 6" id="6"/>
          <p:cNvGrpSpPr/>
          <p:nvPr/>
        </p:nvGrpSpPr>
        <p:grpSpPr>
          <a:xfrm rot="0">
            <a:off x="2629" y="4343886"/>
            <a:ext cx="3543300" cy="3542738"/>
            <a:chOff x="0" y="0"/>
            <a:chExt cx="4724400" cy="4723651"/>
          </a:xfrm>
        </p:grpSpPr>
        <p:sp>
          <p:nvSpPr>
            <p:cNvPr name="Freeform 7" id="7"/>
            <p:cNvSpPr/>
            <p:nvPr/>
          </p:nvSpPr>
          <p:spPr>
            <a:xfrm flipH="false" flipV="false" rot="0">
              <a:off x="0" y="0"/>
              <a:ext cx="4724400" cy="4723638"/>
            </a:xfrm>
            <a:custGeom>
              <a:avLst/>
              <a:gdLst/>
              <a:ahLst/>
              <a:cxnLst/>
              <a:rect r="r" b="b" t="t" l="l"/>
              <a:pathLst>
                <a:path h="4723638" w="4724400">
                  <a:moveTo>
                    <a:pt x="0" y="2361819"/>
                  </a:moveTo>
                  <a:cubicBezTo>
                    <a:pt x="0" y="1057402"/>
                    <a:pt x="1057656" y="0"/>
                    <a:pt x="2362200" y="0"/>
                  </a:cubicBezTo>
                  <a:cubicBezTo>
                    <a:pt x="3666744" y="0"/>
                    <a:pt x="4724400" y="1057402"/>
                    <a:pt x="4724400" y="2361819"/>
                  </a:cubicBezTo>
                  <a:cubicBezTo>
                    <a:pt x="4724400" y="3666236"/>
                    <a:pt x="3666744" y="4723638"/>
                    <a:pt x="2362200" y="4723638"/>
                  </a:cubicBezTo>
                  <a:cubicBezTo>
                    <a:pt x="1057656" y="4723638"/>
                    <a:pt x="0" y="3666236"/>
                    <a:pt x="0" y="2361819"/>
                  </a:cubicBezTo>
                  <a:close/>
                </a:path>
              </a:pathLst>
            </a:custGeom>
            <a:gradFill rotWithShape="true">
              <a:gsLst>
                <a:gs pos="0">
                  <a:srgbClr val="F7F7F7">
                    <a:alpha val="7843"/>
                  </a:srgbClr>
                </a:gs>
                <a:gs pos="36000">
                  <a:srgbClr val="F7F7F7">
                    <a:alpha val="7843"/>
                  </a:srgbClr>
                </a:gs>
                <a:gs pos="72000">
                  <a:srgbClr val="F7F7F7">
                    <a:alpha val="0"/>
                  </a:srgbClr>
                </a:gs>
                <a:gs pos="100000">
                  <a:srgbClr val="F7F7F7">
                    <a:alpha val="0"/>
                  </a:srgbClr>
                </a:gs>
              </a:gsLst>
              <a:path path="circle">
                <a:fillToRect l="50000" r="50000" t="50000" b="50000"/>
              </a:path>
            </a:gradFill>
          </p:spPr>
        </p:sp>
      </p:grpSp>
      <p:grpSp>
        <p:nvGrpSpPr>
          <p:cNvPr name="Group 8" id="8"/>
          <p:cNvGrpSpPr/>
          <p:nvPr/>
        </p:nvGrpSpPr>
        <p:grpSpPr>
          <a:xfrm rot="0">
            <a:off x="12913519" y="2515381"/>
            <a:ext cx="4229100" cy="4228433"/>
            <a:chOff x="0" y="0"/>
            <a:chExt cx="5638800" cy="5637911"/>
          </a:xfrm>
        </p:grpSpPr>
        <p:sp>
          <p:nvSpPr>
            <p:cNvPr name="Freeform 9" id="9"/>
            <p:cNvSpPr/>
            <p:nvPr/>
          </p:nvSpPr>
          <p:spPr>
            <a:xfrm flipH="false" flipV="false" rot="0">
              <a:off x="0" y="0"/>
              <a:ext cx="5638800" cy="5637911"/>
            </a:xfrm>
            <a:custGeom>
              <a:avLst/>
              <a:gdLst/>
              <a:ahLst/>
              <a:cxnLst/>
              <a:rect r="r" b="b" t="t" l="l"/>
              <a:pathLst>
                <a:path h="5637911" w="5638800">
                  <a:moveTo>
                    <a:pt x="0" y="2818892"/>
                  </a:moveTo>
                  <a:cubicBezTo>
                    <a:pt x="0" y="1262126"/>
                    <a:pt x="1262253" y="0"/>
                    <a:pt x="2819400" y="0"/>
                  </a:cubicBezTo>
                  <a:cubicBezTo>
                    <a:pt x="4376547" y="0"/>
                    <a:pt x="5638800" y="1262126"/>
                    <a:pt x="5638800" y="2818892"/>
                  </a:cubicBezTo>
                  <a:cubicBezTo>
                    <a:pt x="5638800" y="4375658"/>
                    <a:pt x="4376547" y="5637911"/>
                    <a:pt x="2819400" y="5637911"/>
                  </a:cubicBezTo>
                  <a:cubicBezTo>
                    <a:pt x="1262253" y="5637911"/>
                    <a:pt x="0" y="4375785"/>
                    <a:pt x="0" y="2818892"/>
                  </a:cubicBezTo>
                  <a:close/>
                </a:path>
              </a:pathLst>
            </a:custGeom>
            <a:gradFill rotWithShape="true">
              <a:gsLst>
                <a:gs pos="0">
                  <a:srgbClr val="F7F7F7">
                    <a:alpha val="6666"/>
                  </a:srgbClr>
                </a:gs>
                <a:gs pos="36000">
                  <a:srgbClr val="F7F7F7">
                    <a:alpha val="5882"/>
                  </a:srgbClr>
                </a:gs>
                <a:gs pos="69000">
                  <a:srgbClr val="F7F7F7">
                    <a:alpha val="0"/>
                  </a:srgbClr>
                </a:gs>
                <a:gs pos="100000">
                  <a:srgbClr val="F7F7F7">
                    <a:alpha val="0"/>
                  </a:srgbClr>
                </a:gs>
              </a:gsLst>
              <a:path path="circle">
                <a:fillToRect l="50000" r="50000" t="50000" b="50000"/>
              </a:path>
            </a:gradFill>
          </p:spPr>
        </p:sp>
      </p:grpSp>
      <p:grpSp>
        <p:nvGrpSpPr>
          <p:cNvPr name="Group 10" id="10"/>
          <p:cNvGrpSpPr/>
          <p:nvPr/>
        </p:nvGrpSpPr>
        <p:grpSpPr>
          <a:xfrm rot="0">
            <a:off x="11999119" y="-2381"/>
            <a:ext cx="2400300" cy="2399919"/>
            <a:chOff x="0" y="0"/>
            <a:chExt cx="3200400" cy="3199892"/>
          </a:xfrm>
        </p:grpSpPr>
        <p:sp>
          <p:nvSpPr>
            <p:cNvPr name="Freeform 11" id="11"/>
            <p:cNvSpPr/>
            <p:nvPr/>
          </p:nvSpPr>
          <p:spPr>
            <a:xfrm flipH="false" flipV="false" rot="0">
              <a:off x="0" y="0"/>
              <a:ext cx="3200400" cy="3199892"/>
            </a:xfrm>
            <a:custGeom>
              <a:avLst/>
              <a:gdLst/>
              <a:ahLst/>
              <a:cxnLst/>
              <a:rect r="r" b="b" t="t" l="l"/>
              <a:pathLst>
                <a:path h="3199892" w="3200400">
                  <a:moveTo>
                    <a:pt x="0" y="1599946"/>
                  </a:moveTo>
                  <a:cubicBezTo>
                    <a:pt x="0" y="716280"/>
                    <a:pt x="716407" y="0"/>
                    <a:pt x="1600200" y="0"/>
                  </a:cubicBezTo>
                  <a:cubicBezTo>
                    <a:pt x="2483993" y="0"/>
                    <a:pt x="3200400" y="716280"/>
                    <a:pt x="3200400" y="1599946"/>
                  </a:cubicBezTo>
                  <a:cubicBezTo>
                    <a:pt x="3200400" y="2483612"/>
                    <a:pt x="2483993" y="3199892"/>
                    <a:pt x="1600200" y="3199892"/>
                  </a:cubicBezTo>
                  <a:cubicBezTo>
                    <a:pt x="716407" y="3199892"/>
                    <a:pt x="0" y="2483612"/>
                    <a:pt x="0" y="1599946"/>
                  </a:cubicBezTo>
                  <a:close/>
                </a:path>
              </a:pathLst>
            </a:custGeom>
            <a:gradFill rotWithShape="true">
              <a:gsLst>
                <a:gs pos="0">
                  <a:srgbClr val="F7F7F7">
                    <a:alpha val="13725"/>
                  </a:srgbClr>
                </a:gs>
                <a:gs pos="36000">
                  <a:srgbClr val="F7F7F7">
                    <a:alpha val="6666"/>
                  </a:srgbClr>
                </a:gs>
                <a:gs pos="73000">
                  <a:srgbClr val="F7F7F7">
                    <a:alpha val="0"/>
                  </a:srgbClr>
                </a:gs>
                <a:gs pos="100000">
                  <a:srgbClr val="F7F7F7">
                    <a:alpha val="0"/>
                  </a:srgbClr>
                </a:gs>
              </a:gsLst>
              <a:path path="circle">
                <a:fillToRect l="50000" r="50000" t="50000" b="50000"/>
              </a:path>
            </a:gradFill>
          </p:spPr>
        </p:sp>
      </p:grpSp>
      <p:grpSp>
        <p:nvGrpSpPr>
          <p:cNvPr name="Group 12" id="12"/>
          <p:cNvGrpSpPr/>
          <p:nvPr/>
        </p:nvGrpSpPr>
        <p:grpSpPr>
          <a:xfrm rot="0">
            <a:off x="12913519" y="8810863"/>
            <a:ext cx="1485900" cy="1485662"/>
            <a:chOff x="0" y="0"/>
            <a:chExt cx="1981200" cy="1980882"/>
          </a:xfrm>
        </p:grpSpPr>
        <p:sp>
          <p:nvSpPr>
            <p:cNvPr name="Freeform 13" id="13"/>
            <p:cNvSpPr/>
            <p:nvPr/>
          </p:nvSpPr>
          <p:spPr>
            <a:xfrm flipH="false" flipV="false" rot="0">
              <a:off x="0" y="0"/>
              <a:ext cx="1981200" cy="1980946"/>
            </a:xfrm>
            <a:custGeom>
              <a:avLst/>
              <a:gdLst/>
              <a:ahLst/>
              <a:cxnLst/>
              <a:rect r="r" b="b" t="t" l="l"/>
              <a:pathLst>
                <a:path h="1980946" w="1981200">
                  <a:moveTo>
                    <a:pt x="0" y="990473"/>
                  </a:moveTo>
                  <a:cubicBezTo>
                    <a:pt x="0" y="443484"/>
                    <a:pt x="443484" y="0"/>
                    <a:pt x="990600" y="0"/>
                  </a:cubicBezTo>
                  <a:cubicBezTo>
                    <a:pt x="1537716" y="0"/>
                    <a:pt x="1981200" y="443484"/>
                    <a:pt x="1981200" y="990473"/>
                  </a:cubicBezTo>
                  <a:cubicBezTo>
                    <a:pt x="1981200" y="1537462"/>
                    <a:pt x="1537716" y="1980946"/>
                    <a:pt x="990600" y="1980946"/>
                  </a:cubicBezTo>
                  <a:cubicBezTo>
                    <a:pt x="443484" y="1980946"/>
                    <a:pt x="0" y="1537462"/>
                    <a:pt x="0" y="990473"/>
                  </a:cubicBezTo>
                  <a:close/>
                </a:path>
              </a:pathLst>
            </a:custGeom>
            <a:gradFill rotWithShape="true">
              <a:gsLst>
                <a:gs pos="0">
                  <a:srgbClr val="F7F7F7">
                    <a:alpha val="13725"/>
                  </a:srgbClr>
                </a:gs>
                <a:gs pos="36000">
                  <a:srgbClr val="F7F7F7">
                    <a:alpha val="6666"/>
                  </a:srgbClr>
                </a:gs>
                <a:gs pos="66000">
                  <a:srgbClr val="F7F7F7">
                    <a:alpha val="0"/>
                  </a:srgbClr>
                </a:gs>
                <a:gs pos="100000">
                  <a:srgbClr val="F7F7F7">
                    <a:alpha val="0"/>
                  </a:srgbClr>
                </a:gs>
              </a:gsLst>
              <a:path path="circle">
                <a:fillToRect l="50000" r="50000" t="50000" b="50000"/>
              </a:path>
            </a:gradFill>
          </p:spPr>
        </p:sp>
      </p:grpSp>
      <p:sp>
        <p:nvSpPr>
          <p:cNvPr name="Freeform 14" id="14"/>
          <p:cNvSpPr/>
          <p:nvPr/>
        </p:nvSpPr>
        <p:spPr>
          <a:xfrm flipH="false" flipV="false" rot="0">
            <a:off x="12717616" y="2273276"/>
            <a:ext cx="4987620" cy="1508972"/>
          </a:xfrm>
          <a:custGeom>
            <a:avLst/>
            <a:gdLst/>
            <a:ahLst/>
            <a:cxnLst/>
            <a:rect r="r" b="b" t="t" l="l"/>
            <a:pathLst>
              <a:path h="1508972" w="4987620">
                <a:moveTo>
                  <a:pt x="0" y="0"/>
                </a:moveTo>
                <a:lnTo>
                  <a:pt x="4987620" y="0"/>
                </a:lnTo>
                <a:lnTo>
                  <a:pt x="4987620" y="1508972"/>
                </a:lnTo>
                <a:lnTo>
                  <a:pt x="0" y="15089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688182" y="2800351"/>
            <a:ext cx="16916400" cy="6800849"/>
          </a:xfrm>
          <a:custGeom>
            <a:avLst/>
            <a:gdLst/>
            <a:ahLst/>
            <a:cxnLst/>
            <a:rect r="r" b="b" t="t" l="l"/>
            <a:pathLst>
              <a:path h="6800849" w="16916400">
                <a:moveTo>
                  <a:pt x="0" y="0"/>
                </a:moveTo>
                <a:lnTo>
                  <a:pt x="16916400" y="0"/>
                </a:lnTo>
                <a:lnTo>
                  <a:pt x="16916400" y="6800848"/>
                </a:lnTo>
                <a:lnTo>
                  <a:pt x="0" y="68008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0" y="2381"/>
            <a:ext cx="18288000" cy="10284619"/>
            <a:chOff x="0" y="0"/>
            <a:chExt cx="24384000" cy="13712825"/>
          </a:xfrm>
        </p:grpSpPr>
        <p:sp>
          <p:nvSpPr>
            <p:cNvPr name="Freeform 17" id="17"/>
            <p:cNvSpPr/>
            <p:nvPr/>
          </p:nvSpPr>
          <p:spPr>
            <a:xfrm flipH="false" flipV="false" rot="0">
              <a:off x="0" y="0"/>
              <a:ext cx="24384000" cy="13712825"/>
            </a:xfrm>
            <a:custGeom>
              <a:avLst/>
              <a:gdLst/>
              <a:ahLst/>
              <a:cxnLst/>
              <a:rect r="r" b="b" t="t" l="l"/>
              <a:pathLst>
                <a:path h="13712825" w="24384000">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name="Group 18" id="18"/>
          <p:cNvGrpSpPr/>
          <p:nvPr/>
        </p:nvGrpSpPr>
        <p:grpSpPr>
          <a:xfrm rot="0">
            <a:off x="15656719" y="0"/>
            <a:ext cx="1028700" cy="1714500"/>
            <a:chOff x="0" y="0"/>
            <a:chExt cx="1371600" cy="2286000"/>
          </a:xfrm>
        </p:grpSpPr>
        <p:sp>
          <p:nvSpPr>
            <p:cNvPr name="Freeform 19" id="19"/>
            <p:cNvSpPr/>
            <p:nvPr/>
          </p:nvSpPr>
          <p:spPr>
            <a:xfrm flipH="false" flipV="false" rot="0">
              <a:off x="0" y="0"/>
              <a:ext cx="1371600" cy="2286000"/>
            </a:xfrm>
            <a:custGeom>
              <a:avLst/>
              <a:gdLst/>
              <a:ahLst/>
              <a:cxnLst/>
              <a:rect r="r" b="b" t="t" l="l"/>
              <a:pathLst>
                <a:path h="2286000" w="1371600">
                  <a:moveTo>
                    <a:pt x="0" y="0"/>
                  </a:moveTo>
                  <a:lnTo>
                    <a:pt x="1371600" y="0"/>
                  </a:lnTo>
                  <a:lnTo>
                    <a:pt x="1371600" y="2286000"/>
                  </a:lnTo>
                  <a:lnTo>
                    <a:pt x="0" y="2286000"/>
                  </a:lnTo>
                  <a:close/>
                </a:path>
              </a:pathLst>
            </a:custGeom>
            <a:solidFill>
              <a:srgbClr val="ACD433"/>
            </a:solidFill>
          </p:spPr>
        </p:sp>
      </p:grpSp>
      <p:grpSp>
        <p:nvGrpSpPr>
          <p:cNvPr name="Group 20" id="20"/>
          <p:cNvGrpSpPr/>
          <p:nvPr/>
        </p:nvGrpSpPr>
        <p:grpSpPr>
          <a:xfrm rot="0">
            <a:off x="15528131" y="442912"/>
            <a:ext cx="1257300" cy="1152525"/>
            <a:chOff x="0" y="0"/>
            <a:chExt cx="1676400" cy="1536700"/>
          </a:xfrm>
        </p:grpSpPr>
        <p:sp>
          <p:nvSpPr>
            <p:cNvPr name="Freeform 21" id="21"/>
            <p:cNvSpPr/>
            <p:nvPr/>
          </p:nvSpPr>
          <p:spPr>
            <a:xfrm flipH="false" flipV="false" rot="0">
              <a:off x="0" y="0"/>
              <a:ext cx="1676400" cy="1536700"/>
            </a:xfrm>
            <a:custGeom>
              <a:avLst/>
              <a:gdLst/>
              <a:ahLst/>
              <a:cxnLst/>
              <a:rect r="r" b="b" t="t" l="l"/>
              <a:pathLst>
                <a:path h="1536700" w="1676400">
                  <a:moveTo>
                    <a:pt x="0" y="0"/>
                  </a:moveTo>
                  <a:lnTo>
                    <a:pt x="1676400" y="0"/>
                  </a:lnTo>
                  <a:lnTo>
                    <a:pt x="1676400" y="1536700"/>
                  </a:lnTo>
                  <a:lnTo>
                    <a:pt x="0" y="1536700"/>
                  </a:lnTo>
                  <a:close/>
                </a:path>
              </a:pathLst>
            </a:custGeom>
            <a:blipFill>
              <a:blip r:embed="rId8">
                <a:alphaModFix amt="0"/>
              </a:blip>
              <a:stretch>
                <a:fillRect l="-67611" t="0" r="-67611" b="0"/>
              </a:stretch>
            </a:blipFill>
          </p:spPr>
        </p:sp>
        <p:sp>
          <p:nvSpPr>
            <p:cNvPr name="TextBox 22" id="22"/>
            <p:cNvSpPr txBox="true"/>
            <p:nvPr/>
          </p:nvSpPr>
          <p:spPr>
            <a:xfrm>
              <a:off x="0" y="0"/>
              <a:ext cx="1676400" cy="1536700"/>
            </a:xfrm>
            <a:prstGeom prst="rect">
              <a:avLst/>
            </a:prstGeom>
          </p:spPr>
          <p:txBody>
            <a:bodyPr anchor="b" rtlCol="false" tIns="0" lIns="0" bIns="0" rIns="0"/>
            <a:lstStyle/>
            <a:p>
              <a:pPr algn="ctr">
                <a:lnSpc>
                  <a:spcPts val="5040"/>
                </a:lnSpc>
              </a:pPr>
              <a:r>
                <a:rPr lang="en-US" sz="4200">
                  <a:solidFill>
                    <a:srgbClr val="FFFFFF"/>
                  </a:solidFill>
                  <a:latin typeface="Century Gothic Paneuropean"/>
                  <a:ea typeface="Century Gothic Paneuropean"/>
                  <a:cs typeface="Century Gothic Paneuropean"/>
                  <a:sym typeface="Century Gothic Paneuropean"/>
                </a:rPr>
                <a:t>1</a:t>
              </a:r>
            </a:p>
          </p:txBody>
        </p:sp>
      </p:grpSp>
      <p:sp>
        <p:nvSpPr>
          <p:cNvPr name="TextBox 23" id="23"/>
          <p:cNvSpPr txBox="true"/>
          <p:nvPr/>
        </p:nvSpPr>
        <p:spPr>
          <a:xfrm rot="0">
            <a:off x="6544608" y="9437351"/>
            <a:ext cx="6989474" cy="438150"/>
          </a:xfrm>
          <a:prstGeom prst="rect">
            <a:avLst/>
          </a:prstGeom>
        </p:spPr>
        <p:txBody>
          <a:bodyPr anchor="t" rtlCol="false" tIns="0" lIns="0" bIns="0" rIns="0">
            <a:spAutoFit/>
          </a:bodyPr>
          <a:lstStyle/>
          <a:p>
            <a:pPr algn="ctr">
              <a:lnSpc>
                <a:spcPts val="3240"/>
              </a:lnSpc>
            </a:pPr>
            <a:r>
              <a:rPr lang="en-US" sz="2700">
                <a:solidFill>
                  <a:srgbClr val="000000"/>
                </a:solidFill>
                <a:latin typeface="Bodoni FLF"/>
                <a:ea typeface="Bodoni FLF"/>
                <a:cs typeface="Bodoni FLF"/>
                <a:sym typeface="Bodoni FLF"/>
              </a:rPr>
              <a:t>El</a:t>
            </a:r>
            <a:r>
              <a:rPr lang="en-US" sz="2700">
                <a:solidFill>
                  <a:srgbClr val="000000"/>
                </a:solidFill>
                <a:latin typeface="Bodoni FLF"/>
                <a:ea typeface="Bodoni FLF"/>
                <a:cs typeface="Bodoni FLF"/>
                <a:sym typeface="Bodoni FLF"/>
              </a:rPr>
              <a:t>ectronics and communications</a:t>
            </a:r>
          </a:p>
        </p:txBody>
      </p:sp>
      <p:sp>
        <p:nvSpPr>
          <p:cNvPr name="TextBox 24" id="24"/>
          <p:cNvSpPr txBox="true"/>
          <p:nvPr/>
        </p:nvSpPr>
        <p:spPr>
          <a:xfrm rot="0">
            <a:off x="740835" y="3641388"/>
            <a:ext cx="17262726" cy="7800975"/>
          </a:xfrm>
          <a:prstGeom prst="rect">
            <a:avLst/>
          </a:prstGeom>
        </p:spPr>
        <p:txBody>
          <a:bodyPr anchor="t" rtlCol="false" tIns="0" lIns="0" bIns="0" rIns="0">
            <a:spAutoFit/>
          </a:bodyPr>
          <a:lstStyle/>
          <a:p>
            <a:pPr algn="l">
              <a:lnSpc>
                <a:spcPts val="3600"/>
              </a:lnSpc>
            </a:pPr>
            <a:r>
              <a:rPr lang="en-US" b="true" sz="3000">
                <a:solidFill>
                  <a:srgbClr val="000000"/>
                </a:solidFill>
                <a:latin typeface="Times New Roman Bold"/>
                <a:ea typeface="Times New Roman Bold"/>
                <a:cs typeface="Times New Roman Bold"/>
                <a:sym typeface="Times New Roman Bold"/>
              </a:rPr>
              <a:t>Introduction </a:t>
            </a:r>
          </a:p>
          <a:p>
            <a:pPr algn="l">
              <a:lnSpc>
                <a:spcPts val="3600"/>
              </a:lnSpc>
            </a:pPr>
          </a:p>
          <a:p>
            <a:pPr algn="l">
              <a:lnSpc>
                <a:spcPts val="3600"/>
              </a:lnSpc>
            </a:pPr>
            <a:r>
              <a:rPr lang="en-US" sz="3000">
                <a:solidFill>
                  <a:srgbClr val="000000"/>
                </a:solidFill>
                <a:latin typeface="Times New Roman"/>
                <a:ea typeface="Times New Roman"/>
                <a:cs typeface="Times New Roman"/>
                <a:sym typeface="Times New Roman"/>
              </a:rPr>
              <a:t>• </a:t>
            </a:r>
            <a:r>
              <a:rPr lang="en-US" sz="3000">
                <a:solidFill>
                  <a:srgbClr val="000000"/>
                </a:solidFill>
                <a:latin typeface="Times New Roman"/>
                <a:ea typeface="Times New Roman"/>
                <a:cs typeface="Times New Roman"/>
                <a:sym typeface="Times New Roman"/>
              </a:rPr>
              <a:t>Automation and robotics are increasingly important in modern technology.</a:t>
            </a:r>
          </a:p>
          <a:p>
            <a:pPr algn="l">
              <a:lnSpc>
                <a:spcPts val="3600"/>
              </a:lnSpc>
            </a:pPr>
            <a:r>
              <a:rPr lang="en-US" sz="3000">
                <a:solidFill>
                  <a:srgbClr val="000000"/>
                </a:solidFill>
                <a:latin typeface="Times New Roman"/>
                <a:ea typeface="Times New Roman"/>
                <a:cs typeface="Times New Roman"/>
                <a:sym typeface="Times New Roman"/>
              </a:rPr>
              <a:t>• They help make everyday tasks easier, faster, and more efficient.</a:t>
            </a:r>
          </a:p>
          <a:p>
            <a:pPr algn="l">
              <a:lnSpc>
                <a:spcPts val="3600"/>
              </a:lnSpc>
            </a:pPr>
            <a:r>
              <a:rPr lang="en-US" sz="3000">
                <a:solidFill>
                  <a:srgbClr val="000000"/>
                </a:solidFill>
                <a:latin typeface="Times New Roman"/>
                <a:ea typeface="Times New Roman"/>
                <a:cs typeface="Times New Roman"/>
                <a:sym typeface="Times New Roman"/>
              </a:rPr>
              <a:t>• Many activities that once required manual effort can now be automated using smart systems.</a:t>
            </a:r>
          </a:p>
          <a:p>
            <a:pPr algn="l">
              <a:lnSpc>
                <a:spcPts val="3600"/>
              </a:lnSpc>
            </a:pPr>
            <a:r>
              <a:rPr lang="en-US" sz="3000">
                <a:solidFill>
                  <a:srgbClr val="000000"/>
                </a:solidFill>
                <a:latin typeface="Times New Roman"/>
                <a:ea typeface="Times New Roman"/>
                <a:cs typeface="Times New Roman"/>
                <a:sym typeface="Times New Roman"/>
              </a:rPr>
              <a:t>• Floor cleaning is a common household task that can benefit from automation.</a:t>
            </a:r>
          </a:p>
          <a:p>
            <a:pPr algn="l">
              <a:lnSpc>
                <a:spcPts val="3600"/>
              </a:lnSpc>
            </a:pPr>
            <a:r>
              <a:rPr lang="en-US" sz="3000">
                <a:solidFill>
                  <a:srgbClr val="000000"/>
                </a:solidFill>
                <a:latin typeface="Times New Roman"/>
                <a:ea typeface="Times New Roman"/>
                <a:cs typeface="Times New Roman"/>
                <a:sym typeface="Times New Roman"/>
              </a:rPr>
              <a:t>• Traditional vacuum cleaners require manual operation, which can be time-consuming.</a:t>
            </a:r>
          </a:p>
          <a:p>
            <a:pPr algn="l">
              <a:lnSpc>
                <a:spcPts val="3600"/>
              </a:lnSpc>
            </a:pPr>
            <a:r>
              <a:rPr lang="en-US" sz="3000">
                <a:solidFill>
                  <a:srgbClr val="000000"/>
                </a:solidFill>
                <a:latin typeface="Times New Roman"/>
                <a:ea typeface="Times New Roman"/>
                <a:cs typeface="Times New Roman"/>
                <a:sym typeface="Times New Roman"/>
              </a:rPr>
              <a:t>• Smart vacuum cleaner robots can clean floors automatically with minimal human effort.</a:t>
            </a:r>
          </a:p>
          <a:p>
            <a:pPr algn="l">
              <a:lnSpc>
                <a:spcPts val="3600"/>
              </a:lnSpc>
            </a:pPr>
            <a:r>
              <a:rPr lang="en-US" sz="3000">
                <a:solidFill>
                  <a:srgbClr val="000000"/>
                </a:solidFill>
                <a:latin typeface="Times New Roman"/>
                <a:ea typeface="Times New Roman"/>
                <a:cs typeface="Times New Roman"/>
                <a:sym typeface="Times New Roman"/>
              </a:rPr>
              <a:t>• This project focuses on designing an Arduino-based smart vacuum cleaner robot.</a:t>
            </a:r>
          </a:p>
          <a:p>
            <a:pPr algn="l">
              <a:lnSpc>
                <a:spcPts val="3600"/>
              </a:lnSpc>
            </a:pPr>
            <a:r>
              <a:rPr lang="en-US" sz="3000">
                <a:solidFill>
                  <a:srgbClr val="000000"/>
                </a:solidFill>
                <a:latin typeface="Times New Roman"/>
                <a:ea typeface="Times New Roman"/>
                <a:cs typeface="Times New Roman"/>
                <a:sym typeface="Times New Roman"/>
              </a:rPr>
              <a:t>• The Arduino microcontroller acts as the main control unit for robot movement and the vacuum mechanism.</a:t>
            </a:r>
          </a:p>
          <a:p>
            <a:pPr algn="l">
              <a:lnSpc>
                <a:spcPts val="3600"/>
              </a:lnSpc>
            </a:pPr>
          </a:p>
          <a:p>
            <a:pPr algn="l">
              <a:lnSpc>
                <a:spcPts val="3600"/>
              </a:lnSpc>
            </a:pPr>
          </a:p>
          <a:p>
            <a:pPr algn="l">
              <a:lnSpc>
                <a:spcPts val="3600"/>
              </a:lnSpc>
            </a:pPr>
          </a:p>
          <a:p>
            <a:pPr algn="l">
              <a:lnSpc>
                <a:spcPts val="3600"/>
              </a:lnSpc>
            </a:pPr>
          </a:p>
          <a:p>
            <a:pPr algn="l" marL="542925" indent="-271462" lvl="1">
              <a:lnSpc>
                <a:spcPts val="3600"/>
              </a:lnSpc>
            </a:pPr>
          </a:p>
          <a:p>
            <a:pPr algn="l" marL="542925" indent="-271462" lvl="1">
              <a:lnSpc>
                <a:spcPts val="3600"/>
              </a:lnSpc>
            </a:pPr>
          </a:p>
          <a:p>
            <a:pPr algn="l" marL="542925" indent="-271462" lvl="1">
              <a:lnSpc>
                <a:spcPts val="3600"/>
              </a:lnSpc>
            </a:pPr>
          </a:p>
        </p:txBody>
      </p:sp>
      <p:sp>
        <p:nvSpPr>
          <p:cNvPr name="Freeform 25" id="25"/>
          <p:cNvSpPr/>
          <p:nvPr/>
        </p:nvSpPr>
        <p:spPr>
          <a:xfrm flipH="false" flipV="false" rot="0">
            <a:off x="740835" y="770563"/>
            <a:ext cx="3081147" cy="2040045"/>
          </a:xfrm>
          <a:custGeom>
            <a:avLst/>
            <a:gdLst/>
            <a:ahLst/>
            <a:cxnLst/>
            <a:rect r="r" b="b" t="t" l="l"/>
            <a:pathLst>
              <a:path h="2040045" w="3081147">
                <a:moveTo>
                  <a:pt x="0" y="0"/>
                </a:moveTo>
                <a:lnTo>
                  <a:pt x="3081147" y="0"/>
                </a:lnTo>
                <a:lnTo>
                  <a:pt x="3081147" y="2040045"/>
                </a:lnTo>
                <a:lnTo>
                  <a:pt x="0" y="2040045"/>
                </a:lnTo>
                <a:lnTo>
                  <a:pt x="0" y="0"/>
                </a:lnTo>
                <a:close/>
              </a:path>
            </a:pathLst>
          </a:custGeom>
          <a:blipFill>
            <a:blip r:embed="rId9"/>
            <a:stretch>
              <a:fillRect l="0" t="0" r="0" b="-6931"/>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181"/>
            <a:ext cx="18288000" cy="10285371"/>
            <a:chOff x="0" y="0"/>
            <a:chExt cx="24384000" cy="13713828"/>
          </a:xfrm>
        </p:grpSpPr>
        <p:sp>
          <p:nvSpPr>
            <p:cNvPr name="Freeform 3" id="3"/>
            <p:cNvSpPr/>
            <p:nvPr/>
          </p:nvSpPr>
          <p:spPr>
            <a:xfrm flipH="false" flipV="false" rot="0">
              <a:off x="0" y="0"/>
              <a:ext cx="24384000" cy="13713840"/>
            </a:xfrm>
            <a:custGeom>
              <a:avLst/>
              <a:gdLst/>
              <a:ahLst/>
              <a:cxnLst/>
              <a:rect r="r" b="b" t="t" l="l"/>
              <a:pathLst>
                <a:path h="13713840" w="24384000">
                  <a:moveTo>
                    <a:pt x="0" y="0"/>
                  </a:moveTo>
                  <a:lnTo>
                    <a:pt x="24384000" y="0"/>
                  </a:lnTo>
                  <a:lnTo>
                    <a:pt x="24384000" y="13713840"/>
                  </a:lnTo>
                  <a:lnTo>
                    <a:pt x="0" y="13713840"/>
                  </a:lnTo>
                  <a:close/>
                </a:path>
              </a:pathLst>
            </a:custGeom>
            <a:blipFill>
              <a:blip r:embed="rId3"/>
              <a:stretch>
                <a:fillRect l="0" t="-7" r="0" b="-7"/>
              </a:stretch>
            </a:blipFill>
          </p:spPr>
        </p:sp>
      </p:grpSp>
      <p:grpSp>
        <p:nvGrpSpPr>
          <p:cNvPr name="Group 4" id="4"/>
          <p:cNvGrpSpPr/>
          <p:nvPr/>
        </p:nvGrpSpPr>
        <p:grpSpPr>
          <a:xfrm rot="0">
            <a:off x="4829" y="4001043"/>
            <a:ext cx="6286500" cy="6285500"/>
            <a:chOff x="0" y="0"/>
            <a:chExt cx="8382000" cy="8380666"/>
          </a:xfrm>
        </p:grpSpPr>
        <p:sp>
          <p:nvSpPr>
            <p:cNvPr name="Freeform 5" id="5"/>
            <p:cNvSpPr/>
            <p:nvPr/>
          </p:nvSpPr>
          <p:spPr>
            <a:xfrm flipH="false" flipV="false" rot="0">
              <a:off x="0" y="0"/>
              <a:ext cx="8382000" cy="8380730"/>
            </a:xfrm>
            <a:custGeom>
              <a:avLst/>
              <a:gdLst/>
              <a:ahLst/>
              <a:cxnLst/>
              <a:rect r="r" b="b" t="t" l="l"/>
              <a:pathLst>
                <a:path h="8380730" w="8382000">
                  <a:moveTo>
                    <a:pt x="0" y="4190365"/>
                  </a:moveTo>
                  <a:cubicBezTo>
                    <a:pt x="0" y="1876044"/>
                    <a:pt x="1876425" y="0"/>
                    <a:pt x="4191000" y="0"/>
                  </a:cubicBezTo>
                  <a:cubicBezTo>
                    <a:pt x="6505575" y="0"/>
                    <a:pt x="8382000" y="1876044"/>
                    <a:pt x="8382000" y="4190365"/>
                  </a:cubicBezTo>
                  <a:cubicBezTo>
                    <a:pt x="8382000" y="6504687"/>
                    <a:pt x="6505575" y="8380730"/>
                    <a:pt x="4191000" y="8380730"/>
                  </a:cubicBezTo>
                  <a:cubicBezTo>
                    <a:pt x="1876425" y="8380730"/>
                    <a:pt x="0" y="6504559"/>
                    <a:pt x="0" y="4190365"/>
                  </a:cubicBezTo>
                  <a:close/>
                </a:path>
              </a:pathLst>
            </a:custGeom>
            <a:gradFill rotWithShape="true">
              <a:gsLst>
                <a:gs pos="0">
                  <a:srgbClr val="F7F7F7">
                    <a:alpha val="10980"/>
                  </a:srgbClr>
                </a:gs>
                <a:gs pos="36000">
                  <a:srgbClr val="F7F7F7">
                    <a:alpha val="9803"/>
                  </a:srgbClr>
                </a:gs>
                <a:gs pos="75000">
                  <a:srgbClr val="F7F7F7">
                    <a:alpha val="0"/>
                  </a:srgbClr>
                </a:gs>
                <a:gs pos="100000">
                  <a:srgbClr val="F7F7F7">
                    <a:alpha val="0"/>
                  </a:srgbClr>
                </a:gs>
              </a:gsLst>
              <a:path path="circle">
                <a:fillToRect l="50000" r="50000" t="50000" b="50000"/>
              </a:path>
            </a:gradFill>
          </p:spPr>
        </p:sp>
      </p:grpSp>
      <p:grpSp>
        <p:nvGrpSpPr>
          <p:cNvPr name="Group 6" id="6"/>
          <p:cNvGrpSpPr/>
          <p:nvPr/>
        </p:nvGrpSpPr>
        <p:grpSpPr>
          <a:xfrm rot="0">
            <a:off x="2629" y="4343886"/>
            <a:ext cx="3543300" cy="3542738"/>
            <a:chOff x="0" y="0"/>
            <a:chExt cx="4724400" cy="4723651"/>
          </a:xfrm>
        </p:grpSpPr>
        <p:sp>
          <p:nvSpPr>
            <p:cNvPr name="Freeform 7" id="7"/>
            <p:cNvSpPr/>
            <p:nvPr/>
          </p:nvSpPr>
          <p:spPr>
            <a:xfrm flipH="false" flipV="false" rot="0">
              <a:off x="0" y="0"/>
              <a:ext cx="4724400" cy="4723638"/>
            </a:xfrm>
            <a:custGeom>
              <a:avLst/>
              <a:gdLst/>
              <a:ahLst/>
              <a:cxnLst/>
              <a:rect r="r" b="b" t="t" l="l"/>
              <a:pathLst>
                <a:path h="4723638" w="4724400">
                  <a:moveTo>
                    <a:pt x="0" y="2361819"/>
                  </a:moveTo>
                  <a:cubicBezTo>
                    <a:pt x="0" y="1057402"/>
                    <a:pt x="1057656" y="0"/>
                    <a:pt x="2362200" y="0"/>
                  </a:cubicBezTo>
                  <a:cubicBezTo>
                    <a:pt x="3666744" y="0"/>
                    <a:pt x="4724400" y="1057402"/>
                    <a:pt x="4724400" y="2361819"/>
                  </a:cubicBezTo>
                  <a:cubicBezTo>
                    <a:pt x="4724400" y="3666236"/>
                    <a:pt x="3666744" y="4723638"/>
                    <a:pt x="2362200" y="4723638"/>
                  </a:cubicBezTo>
                  <a:cubicBezTo>
                    <a:pt x="1057656" y="4723638"/>
                    <a:pt x="0" y="3666236"/>
                    <a:pt x="0" y="2361819"/>
                  </a:cubicBezTo>
                  <a:close/>
                </a:path>
              </a:pathLst>
            </a:custGeom>
            <a:gradFill rotWithShape="true">
              <a:gsLst>
                <a:gs pos="0">
                  <a:srgbClr val="F7F7F7">
                    <a:alpha val="7843"/>
                  </a:srgbClr>
                </a:gs>
                <a:gs pos="36000">
                  <a:srgbClr val="F7F7F7">
                    <a:alpha val="7843"/>
                  </a:srgbClr>
                </a:gs>
                <a:gs pos="72000">
                  <a:srgbClr val="F7F7F7">
                    <a:alpha val="0"/>
                  </a:srgbClr>
                </a:gs>
                <a:gs pos="100000">
                  <a:srgbClr val="F7F7F7">
                    <a:alpha val="0"/>
                  </a:srgbClr>
                </a:gs>
              </a:gsLst>
              <a:path path="circle">
                <a:fillToRect l="50000" r="50000" t="50000" b="50000"/>
              </a:path>
            </a:gradFill>
          </p:spPr>
        </p:sp>
      </p:grpSp>
      <p:grpSp>
        <p:nvGrpSpPr>
          <p:cNvPr name="Group 8" id="8"/>
          <p:cNvGrpSpPr/>
          <p:nvPr/>
        </p:nvGrpSpPr>
        <p:grpSpPr>
          <a:xfrm rot="0">
            <a:off x="12913519" y="2515381"/>
            <a:ext cx="4229100" cy="4228433"/>
            <a:chOff x="0" y="0"/>
            <a:chExt cx="5638800" cy="5637911"/>
          </a:xfrm>
        </p:grpSpPr>
        <p:sp>
          <p:nvSpPr>
            <p:cNvPr name="Freeform 9" id="9"/>
            <p:cNvSpPr/>
            <p:nvPr/>
          </p:nvSpPr>
          <p:spPr>
            <a:xfrm flipH="false" flipV="false" rot="0">
              <a:off x="0" y="0"/>
              <a:ext cx="5638800" cy="5637911"/>
            </a:xfrm>
            <a:custGeom>
              <a:avLst/>
              <a:gdLst/>
              <a:ahLst/>
              <a:cxnLst/>
              <a:rect r="r" b="b" t="t" l="l"/>
              <a:pathLst>
                <a:path h="5637911" w="5638800">
                  <a:moveTo>
                    <a:pt x="0" y="2818892"/>
                  </a:moveTo>
                  <a:cubicBezTo>
                    <a:pt x="0" y="1262126"/>
                    <a:pt x="1262253" y="0"/>
                    <a:pt x="2819400" y="0"/>
                  </a:cubicBezTo>
                  <a:cubicBezTo>
                    <a:pt x="4376547" y="0"/>
                    <a:pt x="5638800" y="1262126"/>
                    <a:pt x="5638800" y="2818892"/>
                  </a:cubicBezTo>
                  <a:cubicBezTo>
                    <a:pt x="5638800" y="4375658"/>
                    <a:pt x="4376547" y="5637911"/>
                    <a:pt x="2819400" y="5637911"/>
                  </a:cubicBezTo>
                  <a:cubicBezTo>
                    <a:pt x="1262253" y="5637911"/>
                    <a:pt x="0" y="4375785"/>
                    <a:pt x="0" y="2818892"/>
                  </a:cubicBezTo>
                  <a:close/>
                </a:path>
              </a:pathLst>
            </a:custGeom>
            <a:gradFill rotWithShape="true">
              <a:gsLst>
                <a:gs pos="0">
                  <a:srgbClr val="F7F7F7">
                    <a:alpha val="6666"/>
                  </a:srgbClr>
                </a:gs>
                <a:gs pos="36000">
                  <a:srgbClr val="F7F7F7">
                    <a:alpha val="5882"/>
                  </a:srgbClr>
                </a:gs>
                <a:gs pos="69000">
                  <a:srgbClr val="F7F7F7">
                    <a:alpha val="0"/>
                  </a:srgbClr>
                </a:gs>
                <a:gs pos="100000">
                  <a:srgbClr val="F7F7F7">
                    <a:alpha val="0"/>
                  </a:srgbClr>
                </a:gs>
              </a:gsLst>
              <a:path path="circle">
                <a:fillToRect l="50000" r="50000" t="50000" b="50000"/>
              </a:path>
            </a:gradFill>
          </p:spPr>
        </p:sp>
      </p:grpSp>
      <p:grpSp>
        <p:nvGrpSpPr>
          <p:cNvPr name="Group 10" id="10"/>
          <p:cNvGrpSpPr/>
          <p:nvPr/>
        </p:nvGrpSpPr>
        <p:grpSpPr>
          <a:xfrm rot="0">
            <a:off x="11999119" y="-2381"/>
            <a:ext cx="2400300" cy="2399919"/>
            <a:chOff x="0" y="0"/>
            <a:chExt cx="3200400" cy="3199892"/>
          </a:xfrm>
        </p:grpSpPr>
        <p:sp>
          <p:nvSpPr>
            <p:cNvPr name="Freeform 11" id="11"/>
            <p:cNvSpPr/>
            <p:nvPr/>
          </p:nvSpPr>
          <p:spPr>
            <a:xfrm flipH="false" flipV="false" rot="0">
              <a:off x="0" y="0"/>
              <a:ext cx="3200400" cy="3199892"/>
            </a:xfrm>
            <a:custGeom>
              <a:avLst/>
              <a:gdLst/>
              <a:ahLst/>
              <a:cxnLst/>
              <a:rect r="r" b="b" t="t" l="l"/>
              <a:pathLst>
                <a:path h="3199892" w="3200400">
                  <a:moveTo>
                    <a:pt x="0" y="1599946"/>
                  </a:moveTo>
                  <a:cubicBezTo>
                    <a:pt x="0" y="716280"/>
                    <a:pt x="716407" y="0"/>
                    <a:pt x="1600200" y="0"/>
                  </a:cubicBezTo>
                  <a:cubicBezTo>
                    <a:pt x="2483993" y="0"/>
                    <a:pt x="3200400" y="716280"/>
                    <a:pt x="3200400" y="1599946"/>
                  </a:cubicBezTo>
                  <a:cubicBezTo>
                    <a:pt x="3200400" y="2483612"/>
                    <a:pt x="2483993" y="3199892"/>
                    <a:pt x="1600200" y="3199892"/>
                  </a:cubicBezTo>
                  <a:cubicBezTo>
                    <a:pt x="716407" y="3199892"/>
                    <a:pt x="0" y="2483612"/>
                    <a:pt x="0" y="1599946"/>
                  </a:cubicBezTo>
                  <a:close/>
                </a:path>
              </a:pathLst>
            </a:custGeom>
            <a:gradFill rotWithShape="true">
              <a:gsLst>
                <a:gs pos="0">
                  <a:srgbClr val="F7F7F7">
                    <a:alpha val="13725"/>
                  </a:srgbClr>
                </a:gs>
                <a:gs pos="36000">
                  <a:srgbClr val="F7F7F7">
                    <a:alpha val="6666"/>
                  </a:srgbClr>
                </a:gs>
                <a:gs pos="73000">
                  <a:srgbClr val="F7F7F7">
                    <a:alpha val="0"/>
                  </a:srgbClr>
                </a:gs>
                <a:gs pos="100000">
                  <a:srgbClr val="F7F7F7">
                    <a:alpha val="0"/>
                  </a:srgbClr>
                </a:gs>
              </a:gsLst>
              <a:path path="circle">
                <a:fillToRect l="50000" r="50000" t="50000" b="50000"/>
              </a:path>
            </a:gradFill>
          </p:spPr>
        </p:sp>
      </p:grpSp>
      <p:grpSp>
        <p:nvGrpSpPr>
          <p:cNvPr name="Group 12" id="12"/>
          <p:cNvGrpSpPr/>
          <p:nvPr/>
        </p:nvGrpSpPr>
        <p:grpSpPr>
          <a:xfrm rot="0">
            <a:off x="12913519" y="8810863"/>
            <a:ext cx="1485900" cy="1485662"/>
            <a:chOff x="0" y="0"/>
            <a:chExt cx="1981200" cy="1980882"/>
          </a:xfrm>
        </p:grpSpPr>
        <p:sp>
          <p:nvSpPr>
            <p:cNvPr name="Freeform 13" id="13"/>
            <p:cNvSpPr/>
            <p:nvPr/>
          </p:nvSpPr>
          <p:spPr>
            <a:xfrm flipH="false" flipV="false" rot="0">
              <a:off x="0" y="0"/>
              <a:ext cx="1981200" cy="1980946"/>
            </a:xfrm>
            <a:custGeom>
              <a:avLst/>
              <a:gdLst/>
              <a:ahLst/>
              <a:cxnLst/>
              <a:rect r="r" b="b" t="t" l="l"/>
              <a:pathLst>
                <a:path h="1980946" w="1981200">
                  <a:moveTo>
                    <a:pt x="0" y="990473"/>
                  </a:moveTo>
                  <a:cubicBezTo>
                    <a:pt x="0" y="443484"/>
                    <a:pt x="443484" y="0"/>
                    <a:pt x="990600" y="0"/>
                  </a:cubicBezTo>
                  <a:cubicBezTo>
                    <a:pt x="1537716" y="0"/>
                    <a:pt x="1981200" y="443484"/>
                    <a:pt x="1981200" y="990473"/>
                  </a:cubicBezTo>
                  <a:cubicBezTo>
                    <a:pt x="1981200" y="1537462"/>
                    <a:pt x="1537716" y="1980946"/>
                    <a:pt x="990600" y="1980946"/>
                  </a:cubicBezTo>
                  <a:cubicBezTo>
                    <a:pt x="443484" y="1980946"/>
                    <a:pt x="0" y="1537462"/>
                    <a:pt x="0" y="990473"/>
                  </a:cubicBezTo>
                  <a:close/>
                </a:path>
              </a:pathLst>
            </a:custGeom>
            <a:gradFill rotWithShape="true">
              <a:gsLst>
                <a:gs pos="0">
                  <a:srgbClr val="F7F7F7">
                    <a:alpha val="13725"/>
                  </a:srgbClr>
                </a:gs>
                <a:gs pos="36000">
                  <a:srgbClr val="F7F7F7">
                    <a:alpha val="6666"/>
                  </a:srgbClr>
                </a:gs>
                <a:gs pos="66000">
                  <a:srgbClr val="F7F7F7">
                    <a:alpha val="0"/>
                  </a:srgbClr>
                </a:gs>
                <a:gs pos="100000">
                  <a:srgbClr val="F7F7F7">
                    <a:alpha val="0"/>
                  </a:srgbClr>
                </a:gs>
              </a:gsLst>
              <a:path path="circle">
                <a:fillToRect l="50000" r="50000" t="50000" b="50000"/>
              </a:path>
            </a:gradFill>
          </p:spPr>
        </p:sp>
      </p:grpSp>
      <p:sp>
        <p:nvSpPr>
          <p:cNvPr name="Freeform 14" id="14"/>
          <p:cNvSpPr/>
          <p:nvPr/>
        </p:nvSpPr>
        <p:spPr>
          <a:xfrm flipH="false" flipV="false" rot="0">
            <a:off x="12717616" y="2273276"/>
            <a:ext cx="4987620" cy="1508972"/>
          </a:xfrm>
          <a:custGeom>
            <a:avLst/>
            <a:gdLst/>
            <a:ahLst/>
            <a:cxnLst/>
            <a:rect r="r" b="b" t="t" l="l"/>
            <a:pathLst>
              <a:path h="1508972" w="4987620">
                <a:moveTo>
                  <a:pt x="0" y="0"/>
                </a:moveTo>
                <a:lnTo>
                  <a:pt x="4987620" y="0"/>
                </a:lnTo>
                <a:lnTo>
                  <a:pt x="4987620" y="1508972"/>
                </a:lnTo>
                <a:lnTo>
                  <a:pt x="0" y="15089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688182" y="2800351"/>
            <a:ext cx="16916400" cy="6800849"/>
          </a:xfrm>
          <a:custGeom>
            <a:avLst/>
            <a:gdLst/>
            <a:ahLst/>
            <a:cxnLst/>
            <a:rect r="r" b="b" t="t" l="l"/>
            <a:pathLst>
              <a:path h="6800849" w="16916400">
                <a:moveTo>
                  <a:pt x="0" y="0"/>
                </a:moveTo>
                <a:lnTo>
                  <a:pt x="16916400" y="0"/>
                </a:lnTo>
                <a:lnTo>
                  <a:pt x="16916400" y="6800848"/>
                </a:lnTo>
                <a:lnTo>
                  <a:pt x="0" y="68008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0" y="2381"/>
            <a:ext cx="18288000" cy="10284619"/>
            <a:chOff x="0" y="0"/>
            <a:chExt cx="24384000" cy="13712825"/>
          </a:xfrm>
        </p:grpSpPr>
        <p:sp>
          <p:nvSpPr>
            <p:cNvPr name="Freeform 17" id="17"/>
            <p:cNvSpPr/>
            <p:nvPr/>
          </p:nvSpPr>
          <p:spPr>
            <a:xfrm flipH="false" flipV="false" rot="0">
              <a:off x="0" y="0"/>
              <a:ext cx="24384000" cy="13712825"/>
            </a:xfrm>
            <a:custGeom>
              <a:avLst/>
              <a:gdLst/>
              <a:ahLst/>
              <a:cxnLst/>
              <a:rect r="r" b="b" t="t" l="l"/>
              <a:pathLst>
                <a:path h="13712825" w="24384000">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name="Group 18" id="18"/>
          <p:cNvGrpSpPr/>
          <p:nvPr/>
        </p:nvGrpSpPr>
        <p:grpSpPr>
          <a:xfrm rot="0">
            <a:off x="15656719" y="0"/>
            <a:ext cx="1028700" cy="1714500"/>
            <a:chOff x="0" y="0"/>
            <a:chExt cx="1371600" cy="2286000"/>
          </a:xfrm>
        </p:grpSpPr>
        <p:sp>
          <p:nvSpPr>
            <p:cNvPr name="Freeform 19" id="19"/>
            <p:cNvSpPr/>
            <p:nvPr/>
          </p:nvSpPr>
          <p:spPr>
            <a:xfrm flipH="false" flipV="false" rot="0">
              <a:off x="0" y="0"/>
              <a:ext cx="1371600" cy="2286000"/>
            </a:xfrm>
            <a:custGeom>
              <a:avLst/>
              <a:gdLst/>
              <a:ahLst/>
              <a:cxnLst/>
              <a:rect r="r" b="b" t="t" l="l"/>
              <a:pathLst>
                <a:path h="2286000" w="1371600">
                  <a:moveTo>
                    <a:pt x="0" y="0"/>
                  </a:moveTo>
                  <a:lnTo>
                    <a:pt x="1371600" y="0"/>
                  </a:lnTo>
                  <a:lnTo>
                    <a:pt x="1371600" y="2286000"/>
                  </a:lnTo>
                  <a:lnTo>
                    <a:pt x="0" y="2286000"/>
                  </a:lnTo>
                  <a:close/>
                </a:path>
              </a:pathLst>
            </a:custGeom>
            <a:solidFill>
              <a:srgbClr val="ACD433"/>
            </a:solidFill>
          </p:spPr>
        </p:sp>
      </p:grpSp>
      <p:grpSp>
        <p:nvGrpSpPr>
          <p:cNvPr name="Group 20" id="20"/>
          <p:cNvGrpSpPr/>
          <p:nvPr/>
        </p:nvGrpSpPr>
        <p:grpSpPr>
          <a:xfrm rot="0">
            <a:off x="15528131" y="442912"/>
            <a:ext cx="1257300" cy="1152525"/>
            <a:chOff x="0" y="0"/>
            <a:chExt cx="1676400" cy="1536700"/>
          </a:xfrm>
        </p:grpSpPr>
        <p:sp>
          <p:nvSpPr>
            <p:cNvPr name="Freeform 21" id="21"/>
            <p:cNvSpPr/>
            <p:nvPr/>
          </p:nvSpPr>
          <p:spPr>
            <a:xfrm flipH="false" flipV="false" rot="0">
              <a:off x="0" y="0"/>
              <a:ext cx="1676400" cy="1536700"/>
            </a:xfrm>
            <a:custGeom>
              <a:avLst/>
              <a:gdLst/>
              <a:ahLst/>
              <a:cxnLst/>
              <a:rect r="r" b="b" t="t" l="l"/>
              <a:pathLst>
                <a:path h="1536700" w="1676400">
                  <a:moveTo>
                    <a:pt x="0" y="0"/>
                  </a:moveTo>
                  <a:lnTo>
                    <a:pt x="1676400" y="0"/>
                  </a:lnTo>
                  <a:lnTo>
                    <a:pt x="1676400" y="1536700"/>
                  </a:lnTo>
                  <a:lnTo>
                    <a:pt x="0" y="1536700"/>
                  </a:lnTo>
                  <a:close/>
                </a:path>
              </a:pathLst>
            </a:custGeom>
            <a:blipFill>
              <a:blip r:embed="rId8">
                <a:alphaModFix amt="0"/>
              </a:blip>
              <a:stretch>
                <a:fillRect l="-67611" t="0" r="-67611" b="0"/>
              </a:stretch>
            </a:blipFill>
          </p:spPr>
        </p:sp>
        <p:sp>
          <p:nvSpPr>
            <p:cNvPr name="TextBox 22" id="22"/>
            <p:cNvSpPr txBox="true"/>
            <p:nvPr/>
          </p:nvSpPr>
          <p:spPr>
            <a:xfrm>
              <a:off x="0" y="0"/>
              <a:ext cx="1676400" cy="1536700"/>
            </a:xfrm>
            <a:prstGeom prst="rect">
              <a:avLst/>
            </a:prstGeom>
          </p:spPr>
          <p:txBody>
            <a:bodyPr anchor="b" rtlCol="false" tIns="0" lIns="0" bIns="0" rIns="0"/>
            <a:lstStyle/>
            <a:p>
              <a:pPr algn="ctr">
                <a:lnSpc>
                  <a:spcPts val="5040"/>
                </a:lnSpc>
              </a:pPr>
              <a:r>
                <a:rPr lang="en-US" sz="4200">
                  <a:solidFill>
                    <a:srgbClr val="FFFFFF"/>
                  </a:solidFill>
                  <a:latin typeface="Century Gothic Paneuropean"/>
                  <a:ea typeface="Century Gothic Paneuropean"/>
                  <a:cs typeface="Century Gothic Paneuropean"/>
                  <a:sym typeface="Century Gothic Paneuropean"/>
                </a:rPr>
                <a:t>2</a:t>
              </a:r>
            </a:p>
          </p:txBody>
        </p:sp>
      </p:grpSp>
      <p:sp>
        <p:nvSpPr>
          <p:cNvPr name="TextBox 23" id="23"/>
          <p:cNvSpPr txBox="true"/>
          <p:nvPr/>
        </p:nvSpPr>
        <p:spPr>
          <a:xfrm rot="0">
            <a:off x="6544608" y="9437351"/>
            <a:ext cx="6989474" cy="438150"/>
          </a:xfrm>
          <a:prstGeom prst="rect">
            <a:avLst/>
          </a:prstGeom>
        </p:spPr>
        <p:txBody>
          <a:bodyPr anchor="t" rtlCol="false" tIns="0" lIns="0" bIns="0" rIns="0">
            <a:spAutoFit/>
          </a:bodyPr>
          <a:lstStyle/>
          <a:p>
            <a:pPr algn="ctr">
              <a:lnSpc>
                <a:spcPts val="3240"/>
              </a:lnSpc>
            </a:pPr>
            <a:r>
              <a:rPr lang="en-US" sz="2700">
                <a:solidFill>
                  <a:srgbClr val="000000"/>
                </a:solidFill>
                <a:latin typeface="Bodoni FLF"/>
                <a:ea typeface="Bodoni FLF"/>
                <a:cs typeface="Bodoni FLF"/>
                <a:sym typeface="Bodoni FLF"/>
              </a:rPr>
              <a:t>Electronics and communications</a:t>
            </a:r>
          </a:p>
        </p:txBody>
      </p:sp>
      <p:sp>
        <p:nvSpPr>
          <p:cNvPr name="Freeform 24" id="24"/>
          <p:cNvSpPr/>
          <p:nvPr/>
        </p:nvSpPr>
        <p:spPr>
          <a:xfrm flipH="false" flipV="false" rot="0">
            <a:off x="740835" y="770563"/>
            <a:ext cx="3081147" cy="2040045"/>
          </a:xfrm>
          <a:custGeom>
            <a:avLst/>
            <a:gdLst/>
            <a:ahLst/>
            <a:cxnLst/>
            <a:rect r="r" b="b" t="t" l="l"/>
            <a:pathLst>
              <a:path h="2040045" w="3081147">
                <a:moveTo>
                  <a:pt x="0" y="0"/>
                </a:moveTo>
                <a:lnTo>
                  <a:pt x="3081147" y="0"/>
                </a:lnTo>
                <a:lnTo>
                  <a:pt x="3081147" y="2040045"/>
                </a:lnTo>
                <a:lnTo>
                  <a:pt x="0" y="2040045"/>
                </a:lnTo>
                <a:lnTo>
                  <a:pt x="0" y="0"/>
                </a:lnTo>
                <a:close/>
              </a:path>
            </a:pathLst>
          </a:custGeom>
          <a:blipFill>
            <a:blip r:embed="rId9"/>
            <a:stretch>
              <a:fillRect l="0" t="0" r="0" b="-6931"/>
            </a:stretch>
          </a:blipFill>
        </p:spPr>
      </p:sp>
      <p:sp>
        <p:nvSpPr>
          <p:cNvPr name="TextBox 25" id="25"/>
          <p:cNvSpPr txBox="true"/>
          <p:nvPr/>
        </p:nvSpPr>
        <p:spPr>
          <a:xfrm rot="0">
            <a:off x="1028700" y="3348647"/>
            <a:ext cx="2886472" cy="438150"/>
          </a:xfrm>
          <a:prstGeom prst="rect">
            <a:avLst/>
          </a:prstGeom>
        </p:spPr>
        <p:txBody>
          <a:bodyPr anchor="t" rtlCol="false" tIns="0" lIns="0" bIns="0" rIns="0">
            <a:spAutoFit/>
          </a:bodyPr>
          <a:lstStyle/>
          <a:p>
            <a:pPr algn="ctr">
              <a:lnSpc>
                <a:spcPts val="3360"/>
              </a:lnSpc>
              <a:spcBef>
                <a:spcPct val="0"/>
              </a:spcBef>
            </a:pPr>
            <a:r>
              <a:rPr lang="en-US" b="true" sz="2800">
                <a:solidFill>
                  <a:srgbClr val="000000"/>
                </a:solidFill>
                <a:latin typeface="Times New Roman Bold"/>
                <a:ea typeface="Times New Roman Bold"/>
                <a:cs typeface="Times New Roman Bold"/>
                <a:sym typeface="Times New Roman Bold"/>
              </a:rPr>
              <a:t>Literature Review:</a:t>
            </a:r>
          </a:p>
        </p:txBody>
      </p:sp>
      <p:sp>
        <p:nvSpPr>
          <p:cNvPr name="TextBox 26" id="26"/>
          <p:cNvSpPr txBox="true"/>
          <p:nvPr/>
        </p:nvSpPr>
        <p:spPr>
          <a:xfrm rot="0">
            <a:off x="1028700" y="3845062"/>
            <a:ext cx="16415075" cy="5543550"/>
          </a:xfrm>
          <a:prstGeom prst="rect">
            <a:avLst/>
          </a:prstGeom>
        </p:spPr>
        <p:txBody>
          <a:bodyPr anchor="t" rtlCol="false" tIns="0" lIns="0" bIns="0" rIns="0">
            <a:spAutoFit/>
          </a:bodyPr>
          <a:lstStyle/>
          <a:p>
            <a:pPr algn="just">
              <a:lnSpc>
                <a:spcPts val="3172"/>
              </a:lnSpc>
              <a:spcBef>
                <a:spcPct val="0"/>
              </a:spcBef>
            </a:pPr>
            <a:r>
              <a:rPr lang="en-US" sz="2643">
                <a:solidFill>
                  <a:srgbClr val="000000"/>
                </a:solidFill>
                <a:latin typeface="Times New Roman"/>
                <a:ea typeface="Times New Roman"/>
                <a:cs typeface="Times New Roman"/>
                <a:sym typeface="Times New Roman"/>
              </a:rPr>
              <a:t>K. Sarath Kumar et.al.,[1] Here, in this project, it is operated using pre-written code placed into an Arduino. When obstacle is encountered, vacuum will turn to the side when there is more space between the car and the obstruction. This uses a lithium battery and an axial fan connected to the motor to collect dust, also utilising a detachable bag can be preferable. An anemometer and pressure gauge is used too. </a:t>
            </a:r>
          </a:p>
          <a:p>
            <a:pPr algn="just">
              <a:lnSpc>
                <a:spcPts val="3172"/>
              </a:lnSpc>
              <a:spcBef>
                <a:spcPct val="0"/>
              </a:spcBef>
            </a:pPr>
          </a:p>
          <a:p>
            <a:pPr algn="just">
              <a:lnSpc>
                <a:spcPts val="3172"/>
              </a:lnSpc>
              <a:spcBef>
                <a:spcPct val="0"/>
              </a:spcBef>
            </a:pPr>
            <a:r>
              <a:rPr lang="en-US" sz="2643">
                <a:solidFill>
                  <a:srgbClr val="000000"/>
                </a:solidFill>
                <a:latin typeface="Times New Roman"/>
                <a:ea typeface="Times New Roman"/>
                <a:cs typeface="Times New Roman"/>
                <a:sym typeface="Times New Roman"/>
              </a:rPr>
              <a:t>Humayun Rashid et.al.,[2] In this paper, the implementation of a room cleaning robot has been developed using the Arduino Uno with control ability by cell phone from any distance using DTMF technology. Two smart paths following methods have been utilized by the robot for cleaning operation along with upgraded vacuum system with necessary filter and air suction system. </a:t>
            </a:r>
          </a:p>
          <a:p>
            <a:pPr algn="just">
              <a:lnSpc>
                <a:spcPts val="3172"/>
              </a:lnSpc>
              <a:spcBef>
                <a:spcPct val="0"/>
              </a:spcBef>
            </a:pPr>
          </a:p>
          <a:p>
            <a:pPr algn="just">
              <a:lnSpc>
                <a:spcPts val="3052"/>
              </a:lnSpc>
              <a:spcBef>
                <a:spcPct val="0"/>
              </a:spcBef>
            </a:pPr>
            <a:r>
              <a:rPr lang="en-US" sz="2543">
                <a:solidFill>
                  <a:srgbClr val="000000"/>
                </a:solidFill>
                <a:latin typeface="Times New Roman"/>
                <a:ea typeface="Times New Roman"/>
                <a:cs typeface="Times New Roman"/>
                <a:sym typeface="Times New Roman"/>
              </a:rPr>
              <a:t>K.A.M. Annuar et.al.,[3] In this study, an intelligent interface robotic vacuum cleaner is developed. By using HC-06 Bluetooth module, the user can remotely manipulate its movement with Android smartphone. There are two kinds of cleaning modes which are an automatic and manually controlled vacuum cleaning mode. </a:t>
            </a:r>
          </a:p>
          <a:p>
            <a:pPr algn="just">
              <a:lnSpc>
                <a:spcPts val="3052"/>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181"/>
            <a:ext cx="18288000" cy="10285371"/>
            <a:chOff x="0" y="0"/>
            <a:chExt cx="24384000" cy="13713828"/>
          </a:xfrm>
        </p:grpSpPr>
        <p:sp>
          <p:nvSpPr>
            <p:cNvPr name="Freeform 3" id="3"/>
            <p:cNvSpPr/>
            <p:nvPr/>
          </p:nvSpPr>
          <p:spPr>
            <a:xfrm flipH="false" flipV="false" rot="0">
              <a:off x="0" y="0"/>
              <a:ext cx="24384000" cy="13713840"/>
            </a:xfrm>
            <a:custGeom>
              <a:avLst/>
              <a:gdLst/>
              <a:ahLst/>
              <a:cxnLst/>
              <a:rect r="r" b="b" t="t" l="l"/>
              <a:pathLst>
                <a:path h="13713840" w="24384000">
                  <a:moveTo>
                    <a:pt x="0" y="0"/>
                  </a:moveTo>
                  <a:lnTo>
                    <a:pt x="24384000" y="0"/>
                  </a:lnTo>
                  <a:lnTo>
                    <a:pt x="24384000" y="13713840"/>
                  </a:lnTo>
                  <a:lnTo>
                    <a:pt x="0" y="13713840"/>
                  </a:lnTo>
                  <a:close/>
                </a:path>
              </a:pathLst>
            </a:custGeom>
            <a:blipFill>
              <a:blip r:embed="rId3"/>
              <a:stretch>
                <a:fillRect l="0" t="-7" r="0" b="-7"/>
              </a:stretch>
            </a:blipFill>
          </p:spPr>
        </p:sp>
      </p:grpSp>
      <p:grpSp>
        <p:nvGrpSpPr>
          <p:cNvPr name="Group 4" id="4"/>
          <p:cNvGrpSpPr/>
          <p:nvPr/>
        </p:nvGrpSpPr>
        <p:grpSpPr>
          <a:xfrm rot="0">
            <a:off x="4829" y="4001043"/>
            <a:ext cx="6286500" cy="6285500"/>
            <a:chOff x="0" y="0"/>
            <a:chExt cx="8382000" cy="8380666"/>
          </a:xfrm>
        </p:grpSpPr>
        <p:sp>
          <p:nvSpPr>
            <p:cNvPr name="Freeform 5" id="5"/>
            <p:cNvSpPr/>
            <p:nvPr/>
          </p:nvSpPr>
          <p:spPr>
            <a:xfrm flipH="false" flipV="false" rot="0">
              <a:off x="0" y="0"/>
              <a:ext cx="8382000" cy="8380730"/>
            </a:xfrm>
            <a:custGeom>
              <a:avLst/>
              <a:gdLst/>
              <a:ahLst/>
              <a:cxnLst/>
              <a:rect r="r" b="b" t="t" l="l"/>
              <a:pathLst>
                <a:path h="8380730" w="8382000">
                  <a:moveTo>
                    <a:pt x="0" y="4190365"/>
                  </a:moveTo>
                  <a:cubicBezTo>
                    <a:pt x="0" y="1876044"/>
                    <a:pt x="1876425" y="0"/>
                    <a:pt x="4191000" y="0"/>
                  </a:cubicBezTo>
                  <a:cubicBezTo>
                    <a:pt x="6505575" y="0"/>
                    <a:pt x="8382000" y="1876044"/>
                    <a:pt x="8382000" y="4190365"/>
                  </a:cubicBezTo>
                  <a:cubicBezTo>
                    <a:pt x="8382000" y="6504687"/>
                    <a:pt x="6505575" y="8380730"/>
                    <a:pt x="4191000" y="8380730"/>
                  </a:cubicBezTo>
                  <a:cubicBezTo>
                    <a:pt x="1876425" y="8380730"/>
                    <a:pt x="0" y="6504559"/>
                    <a:pt x="0" y="4190365"/>
                  </a:cubicBezTo>
                  <a:close/>
                </a:path>
              </a:pathLst>
            </a:custGeom>
            <a:gradFill rotWithShape="true">
              <a:gsLst>
                <a:gs pos="0">
                  <a:srgbClr val="F7F7F7">
                    <a:alpha val="10980"/>
                  </a:srgbClr>
                </a:gs>
                <a:gs pos="36000">
                  <a:srgbClr val="F7F7F7">
                    <a:alpha val="9803"/>
                  </a:srgbClr>
                </a:gs>
                <a:gs pos="75000">
                  <a:srgbClr val="F7F7F7">
                    <a:alpha val="0"/>
                  </a:srgbClr>
                </a:gs>
                <a:gs pos="100000">
                  <a:srgbClr val="F7F7F7">
                    <a:alpha val="0"/>
                  </a:srgbClr>
                </a:gs>
              </a:gsLst>
              <a:path path="circle">
                <a:fillToRect l="50000" r="50000" t="50000" b="50000"/>
              </a:path>
            </a:gradFill>
          </p:spPr>
        </p:sp>
      </p:grpSp>
      <p:grpSp>
        <p:nvGrpSpPr>
          <p:cNvPr name="Group 6" id="6"/>
          <p:cNvGrpSpPr/>
          <p:nvPr/>
        </p:nvGrpSpPr>
        <p:grpSpPr>
          <a:xfrm rot="0">
            <a:off x="2629" y="4343886"/>
            <a:ext cx="3543300" cy="3542738"/>
            <a:chOff x="0" y="0"/>
            <a:chExt cx="4724400" cy="4723651"/>
          </a:xfrm>
        </p:grpSpPr>
        <p:sp>
          <p:nvSpPr>
            <p:cNvPr name="Freeform 7" id="7"/>
            <p:cNvSpPr/>
            <p:nvPr/>
          </p:nvSpPr>
          <p:spPr>
            <a:xfrm flipH="false" flipV="false" rot="0">
              <a:off x="0" y="0"/>
              <a:ext cx="4724400" cy="4723638"/>
            </a:xfrm>
            <a:custGeom>
              <a:avLst/>
              <a:gdLst/>
              <a:ahLst/>
              <a:cxnLst/>
              <a:rect r="r" b="b" t="t" l="l"/>
              <a:pathLst>
                <a:path h="4723638" w="4724400">
                  <a:moveTo>
                    <a:pt x="0" y="2361819"/>
                  </a:moveTo>
                  <a:cubicBezTo>
                    <a:pt x="0" y="1057402"/>
                    <a:pt x="1057656" y="0"/>
                    <a:pt x="2362200" y="0"/>
                  </a:cubicBezTo>
                  <a:cubicBezTo>
                    <a:pt x="3666744" y="0"/>
                    <a:pt x="4724400" y="1057402"/>
                    <a:pt x="4724400" y="2361819"/>
                  </a:cubicBezTo>
                  <a:cubicBezTo>
                    <a:pt x="4724400" y="3666236"/>
                    <a:pt x="3666744" y="4723638"/>
                    <a:pt x="2362200" y="4723638"/>
                  </a:cubicBezTo>
                  <a:cubicBezTo>
                    <a:pt x="1057656" y="4723638"/>
                    <a:pt x="0" y="3666236"/>
                    <a:pt x="0" y="2361819"/>
                  </a:cubicBezTo>
                  <a:close/>
                </a:path>
              </a:pathLst>
            </a:custGeom>
            <a:gradFill rotWithShape="true">
              <a:gsLst>
                <a:gs pos="0">
                  <a:srgbClr val="F7F7F7">
                    <a:alpha val="7843"/>
                  </a:srgbClr>
                </a:gs>
                <a:gs pos="36000">
                  <a:srgbClr val="F7F7F7">
                    <a:alpha val="7843"/>
                  </a:srgbClr>
                </a:gs>
                <a:gs pos="72000">
                  <a:srgbClr val="F7F7F7">
                    <a:alpha val="0"/>
                  </a:srgbClr>
                </a:gs>
                <a:gs pos="100000">
                  <a:srgbClr val="F7F7F7">
                    <a:alpha val="0"/>
                  </a:srgbClr>
                </a:gs>
              </a:gsLst>
              <a:path path="circle">
                <a:fillToRect l="50000" r="50000" t="50000" b="50000"/>
              </a:path>
            </a:gradFill>
          </p:spPr>
        </p:sp>
      </p:grpSp>
      <p:grpSp>
        <p:nvGrpSpPr>
          <p:cNvPr name="Group 8" id="8"/>
          <p:cNvGrpSpPr/>
          <p:nvPr/>
        </p:nvGrpSpPr>
        <p:grpSpPr>
          <a:xfrm rot="0">
            <a:off x="12913519" y="2515381"/>
            <a:ext cx="4229100" cy="4228433"/>
            <a:chOff x="0" y="0"/>
            <a:chExt cx="5638800" cy="5637911"/>
          </a:xfrm>
        </p:grpSpPr>
        <p:sp>
          <p:nvSpPr>
            <p:cNvPr name="Freeform 9" id="9"/>
            <p:cNvSpPr/>
            <p:nvPr/>
          </p:nvSpPr>
          <p:spPr>
            <a:xfrm flipH="false" flipV="false" rot="0">
              <a:off x="0" y="0"/>
              <a:ext cx="5638800" cy="5637911"/>
            </a:xfrm>
            <a:custGeom>
              <a:avLst/>
              <a:gdLst/>
              <a:ahLst/>
              <a:cxnLst/>
              <a:rect r="r" b="b" t="t" l="l"/>
              <a:pathLst>
                <a:path h="5637911" w="5638800">
                  <a:moveTo>
                    <a:pt x="0" y="2818892"/>
                  </a:moveTo>
                  <a:cubicBezTo>
                    <a:pt x="0" y="1262126"/>
                    <a:pt x="1262253" y="0"/>
                    <a:pt x="2819400" y="0"/>
                  </a:cubicBezTo>
                  <a:cubicBezTo>
                    <a:pt x="4376547" y="0"/>
                    <a:pt x="5638800" y="1262126"/>
                    <a:pt x="5638800" y="2818892"/>
                  </a:cubicBezTo>
                  <a:cubicBezTo>
                    <a:pt x="5638800" y="4375658"/>
                    <a:pt x="4376547" y="5637911"/>
                    <a:pt x="2819400" y="5637911"/>
                  </a:cubicBezTo>
                  <a:cubicBezTo>
                    <a:pt x="1262253" y="5637911"/>
                    <a:pt x="0" y="4375785"/>
                    <a:pt x="0" y="2818892"/>
                  </a:cubicBezTo>
                  <a:close/>
                </a:path>
              </a:pathLst>
            </a:custGeom>
            <a:gradFill rotWithShape="true">
              <a:gsLst>
                <a:gs pos="0">
                  <a:srgbClr val="F7F7F7">
                    <a:alpha val="6666"/>
                  </a:srgbClr>
                </a:gs>
                <a:gs pos="36000">
                  <a:srgbClr val="F7F7F7">
                    <a:alpha val="5882"/>
                  </a:srgbClr>
                </a:gs>
                <a:gs pos="69000">
                  <a:srgbClr val="F7F7F7">
                    <a:alpha val="0"/>
                  </a:srgbClr>
                </a:gs>
                <a:gs pos="100000">
                  <a:srgbClr val="F7F7F7">
                    <a:alpha val="0"/>
                  </a:srgbClr>
                </a:gs>
              </a:gsLst>
              <a:path path="circle">
                <a:fillToRect l="50000" r="50000" t="50000" b="50000"/>
              </a:path>
            </a:gradFill>
          </p:spPr>
        </p:sp>
      </p:grpSp>
      <p:grpSp>
        <p:nvGrpSpPr>
          <p:cNvPr name="Group 10" id="10"/>
          <p:cNvGrpSpPr/>
          <p:nvPr/>
        </p:nvGrpSpPr>
        <p:grpSpPr>
          <a:xfrm rot="0">
            <a:off x="11999119" y="-2381"/>
            <a:ext cx="2400300" cy="2399919"/>
            <a:chOff x="0" y="0"/>
            <a:chExt cx="3200400" cy="3199892"/>
          </a:xfrm>
        </p:grpSpPr>
        <p:sp>
          <p:nvSpPr>
            <p:cNvPr name="Freeform 11" id="11"/>
            <p:cNvSpPr/>
            <p:nvPr/>
          </p:nvSpPr>
          <p:spPr>
            <a:xfrm flipH="false" flipV="false" rot="0">
              <a:off x="0" y="0"/>
              <a:ext cx="3200400" cy="3199892"/>
            </a:xfrm>
            <a:custGeom>
              <a:avLst/>
              <a:gdLst/>
              <a:ahLst/>
              <a:cxnLst/>
              <a:rect r="r" b="b" t="t" l="l"/>
              <a:pathLst>
                <a:path h="3199892" w="3200400">
                  <a:moveTo>
                    <a:pt x="0" y="1599946"/>
                  </a:moveTo>
                  <a:cubicBezTo>
                    <a:pt x="0" y="716280"/>
                    <a:pt x="716407" y="0"/>
                    <a:pt x="1600200" y="0"/>
                  </a:cubicBezTo>
                  <a:cubicBezTo>
                    <a:pt x="2483993" y="0"/>
                    <a:pt x="3200400" y="716280"/>
                    <a:pt x="3200400" y="1599946"/>
                  </a:cubicBezTo>
                  <a:cubicBezTo>
                    <a:pt x="3200400" y="2483612"/>
                    <a:pt x="2483993" y="3199892"/>
                    <a:pt x="1600200" y="3199892"/>
                  </a:cubicBezTo>
                  <a:cubicBezTo>
                    <a:pt x="716407" y="3199892"/>
                    <a:pt x="0" y="2483612"/>
                    <a:pt x="0" y="1599946"/>
                  </a:cubicBezTo>
                  <a:close/>
                </a:path>
              </a:pathLst>
            </a:custGeom>
            <a:gradFill rotWithShape="true">
              <a:gsLst>
                <a:gs pos="0">
                  <a:srgbClr val="F7F7F7">
                    <a:alpha val="13725"/>
                  </a:srgbClr>
                </a:gs>
                <a:gs pos="36000">
                  <a:srgbClr val="F7F7F7">
                    <a:alpha val="6666"/>
                  </a:srgbClr>
                </a:gs>
                <a:gs pos="73000">
                  <a:srgbClr val="F7F7F7">
                    <a:alpha val="0"/>
                  </a:srgbClr>
                </a:gs>
                <a:gs pos="100000">
                  <a:srgbClr val="F7F7F7">
                    <a:alpha val="0"/>
                  </a:srgbClr>
                </a:gs>
              </a:gsLst>
              <a:path path="circle">
                <a:fillToRect l="50000" r="50000" t="50000" b="50000"/>
              </a:path>
            </a:gradFill>
          </p:spPr>
        </p:sp>
      </p:grpSp>
      <p:grpSp>
        <p:nvGrpSpPr>
          <p:cNvPr name="Group 12" id="12"/>
          <p:cNvGrpSpPr/>
          <p:nvPr/>
        </p:nvGrpSpPr>
        <p:grpSpPr>
          <a:xfrm rot="0">
            <a:off x="12913519" y="8810863"/>
            <a:ext cx="1485900" cy="1485662"/>
            <a:chOff x="0" y="0"/>
            <a:chExt cx="1981200" cy="1980882"/>
          </a:xfrm>
        </p:grpSpPr>
        <p:sp>
          <p:nvSpPr>
            <p:cNvPr name="Freeform 13" id="13"/>
            <p:cNvSpPr/>
            <p:nvPr/>
          </p:nvSpPr>
          <p:spPr>
            <a:xfrm flipH="false" flipV="false" rot="0">
              <a:off x="0" y="0"/>
              <a:ext cx="1981200" cy="1980946"/>
            </a:xfrm>
            <a:custGeom>
              <a:avLst/>
              <a:gdLst/>
              <a:ahLst/>
              <a:cxnLst/>
              <a:rect r="r" b="b" t="t" l="l"/>
              <a:pathLst>
                <a:path h="1980946" w="1981200">
                  <a:moveTo>
                    <a:pt x="0" y="990473"/>
                  </a:moveTo>
                  <a:cubicBezTo>
                    <a:pt x="0" y="443484"/>
                    <a:pt x="443484" y="0"/>
                    <a:pt x="990600" y="0"/>
                  </a:cubicBezTo>
                  <a:cubicBezTo>
                    <a:pt x="1537716" y="0"/>
                    <a:pt x="1981200" y="443484"/>
                    <a:pt x="1981200" y="990473"/>
                  </a:cubicBezTo>
                  <a:cubicBezTo>
                    <a:pt x="1981200" y="1537462"/>
                    <a:pt x="1537716" y="1980946"/>
                    <a:pt x="990600" y="1980946"/>
                  </a:cubicBezTo>
                  <a:cubicBezTo>
                    <a:pt x="443484" y="1980946"/>
                    <a:pt x="0" y="1537462"/>
                    <a:pt x="0" y="990473"/>
                  </a:cubicBezTo>
                  <a:close/>
                </a:path>
              </a:pathLst>
            </a:custGeom>
            <a:gradFill rotWithShape="true">
              <a:gsLst>
                <a:gs pos="0">
                  <a:srgbClr val="F7F7F7">
                    <a:alpha val="13725"/>
                  </a:srgbClr>
                </a:gs>
                <a:gs pos="36000">
                  <a:srgbClr val="F7F7F7">
                    <a:alpha val="6666"/>
                  </a:srgbClr>
                </a:gs>
                <a:gs pos="66000">
                  <a:srgbClr val="F7F7F7">
                    <a:alpha val="0"/>
                  </a:srgbClr>
                </a:gs>
                <a:gs pos="100000">
                  <a:srgbClr val="F7F7F7">
                    <a:alpha val="0"/>
                  </a:srgbClr>
                </a:gs>
              </a:gsLst>
              <a:path path="circle">
                <a:fillToRect l="50000" r="50000" t="50000" b="50000"/>
              </a:path>
            </a:gradFill>
          </p:spPr>
        </p:sp>
      </p:grpSp>
      <p:sp>
        <p:nvSpPr>
          <p:cNvPr name="Freeform 14" id="14"/>
          <p:cNvSpPr/>
          <p:nvPr/>
        </p:nvSpPr>
        <p:spPr>
          <a:xfrm flipH="false" flipV="false" rot="0">
            <a:off x="12717616" y="2273276"/>
            <a:ext cx="4987620" cy="1508972"/>
          </a:xfrm>
          <a:custGeom>
            <a:avLst/>
            <a:gdLst/>
            <a:ahLst/>
            <a:cxnLst/>
            <a:rect r="r" b="b" t="t" l="l"/>
            <a:pathLst>
              <a:path h="1508972" w="4987620">
                <a:moveTo>
                  <a:pt x="0" y="0"/>
                </a:moveTo>
                <a:lnTo>
                  <a:pt x="4987620" y="0"/>
                </a:lnTo>
                <a:lnTo>
                  <a:pt x="4987620" y="1508972"/>
                </a:lnTo>
                <a:lnTo>
                  <a:pt x="0" y="15089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688182" y="2800351"/>
            <a:ext cx="16916400" cy="6800849"/>
          </a:xfrm>
          <a:custGeom>
            <a:avLst/>
            <a:gdLst/>
            <a:ahLst/>
            <a:cxnLst/>
            <a:rect r="r" b="b" t="t" l="l"/>
            <a:pathLst>
              <a:path h="6800849" w="16916400">
                <a:moveTo>
                  <a:pt x="0" y="0"/>
                </a:moveTo>
                <a:lnTo>
                  <a:pt x="16916400" y="0"/>
                </a:lnTo>
                <a:lnTo>
                  <a:pt x="16916400" y="6800848"/>
                </a:lnTo>
                <a:lnTo>
                  <a:pt x="0" y="68008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0" y="2381"/>
            <a:ext cx="18288000" cy="10284619"/>
            <a:chOff x="0" y="0"/>
            <a:chExt cx="24384000" cy="13712825"/>
          </a:xfrm>
        </p:grpSpPr>
        <p:sp>
          <p:nvSpPr>
            <p:cNvPr name="Freeform 17" id="17"/>
            <p:cNvSpPr/>
            <p:nvPr/>
          </p:nvSpPr>
          <p:spPr>
            <a:xfrm flipH="false" flipV="false" rot="0">
              <a:off x="0" y="0"/>
              <a:ext cx="24384000" cy="13712825"/>
            </a:xfrm>
            <a:custGeom>
              <a:avLst/>
              <a:gdLst/>
              <a:ahLst/>
              <a:cxnLst/>
              <a:rect r="r" b="b" t="t" l="l"/>
              <a:pathLst>
                <a:path h="13712825" w="24384000">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name="Group 18" id="18"/>
          <p:cNvGrpSpPr/>
          <p:nvPr/>
        </p:nvGrpSpPr>
        <p:grpSpPr>
          <a:xfrm rot="0">
            <a:off x="15656719" y="0"/>
            <a:ext cx="1028700" cy="1714500"/>
            <a:chOff x="0" y="0"/>
            <a:chExt cx="1371600" cy="2286000"/>
          </a:xfrm>
        </p:grpSpPr>
        <p:sp>
          <p:nvSpPr>
            <p:cNvPr name="Freeform 19" id="19"/>
            <p:cNvSpPr/>
            <p:nvPr/>
          </p:nvSpPr>
          <p:spPr>
            <a:xfrm flipH="false" flipV="false" rot="0">
              <a:off x="0" y="0"/>
              <a:ext cx="1371600" cy="2286000"/>
            </a:xfrm>
            <a:custGeom>
              <a:avLst/>
              <a:gdLst/>
              <a:ahLst/>
              <a:cxnLst/>
              <a:rect r="r" b="b" t="t" l="l"/>
              <a:pathLst>
                <a:path h="2286000" w="1371600">
                  <a:moveTo>
                    <a:pt x="0" y="0"/>
                  </a:moveTo>
                  <a:lnTo>
                    <a:pt x="1371600" y="0"/>
                  </a:lnTo>
                  <a:lnTo>
                    <a:pt x="1371600" y="2286000"/>
                  </a:lnTo>
                  <a:lnTo>
                    <a:pt x="0" y="2286000"/>
                  </a:lnTo>
                  <a:close/>
                </a:path>
              </a:pathLst>
            </a:custGeom>
            <a:solidFill>
              <a:srgbClr val="ACD433"/>
            </a:solidFill>
          </p:spPr>
        </p:sp>
      </p:grpSp>
      <p:grpSp>
        <p:nvGrpSpPr>
          <p:cNvPr name="Group 20" id="20"/>
          <p:cNvGrpSpPr/>
          <p:nvPr/>
        </p:nvGrpSpPr>
        <p:grpSpPr>
          <a:xfrm rot="0">
            <a:off x="15528131" y="442912"/>
            <a:ext cx="1257300" cy="1152525"/>
            <a:chOff x="0" y="0"/>
            <a:chExt cx="1676400" cy="1536700"/>
          </a:xfrm>
        </p:grpSpPr>
        <p:sp>
          <p:nvSpPr>
            <p:cNvPr name="Freeform 21" id="21"/>
            <p:cNvSpPr/>
            <p:nvPr/>
          </p:nvSpPr>
          <p:spPr>
            <a:xfrm flipH="false" flipV="false" rot="0">
              <a:off x="0" y="0"/>
              <a:ext cx="1676400" cy="1536700"/>
            </a:xfrm>
            <a:custGeom>
              <a:avLst/>
              <a:gdLst/>
              <a:ahLst/>
              <a:cxnLst/>
              <a:rect r="r" b="b" t="t" l="l"/>
              <a:pathLst>
                <a:path h="1536700" w="1676400">
                  <a:moveTo>
                    <a:pt x="0" y="0"/>
                  </a:moveTo>
                  <a:lnTo>
                    <a:pt x="1676400" y="0"/>
                  </a:lnTo>
                  <a:lnTo>
                    <a:pt x="1676400" y="1536700"/>
                  </a:lnTo>
                  <a:lnTo>
                    <a:pt x="0" y="1536700"/>
                  </a:lnTo>
                  <a:close/>
                </a:path>
              </a:pathLst>
            </a:custGeom>
            <a:blipFill>
              <a:blip r:embed="rId8">
                <a:alphaModFix amt="0"/>
              </a:blip>
              <a:stretch>
                <a:fillRect l="-67611" t="0" r="-67611" b="0"/>
              </a:stretch>
            </a:blipFill>
          </p:spPr>
        </p:sp>
        <p:sp>
          <p:nvSpPr>
            <p:cNvPr name="TextBox 22" id="22"/>
            <p:cNvSpPr txBox="true"/>
            <p:nvPr/>
          </p:nvSpPr>
          <p:spPr>
            <a:xfrm>
              <a:off x="0" y="0"/>
              <a:ext cx="1676400" cy="1536700"/>
            </a:xfrm>
            <a:prstGeom prst="rect">
              <a:avLst/>
            </a:prstGeom>
          </p:spPr>
          <p:txBody>
            <a:bodyPr anchor="b" rtlCol="false" tIns="0" lIns="0" bIns="0" rIns="0"/>
            <a:lstStyle/>
            <a:p>
              <a:pPr algn="ctr">
                <a:lnSpc>
                  <a:spcPts val="5040"/>
                </a:lnSpc>
              </a:pPr>
              <a:r>
                <a:rPr lang="en-US" sz="4200">
                  <a:solidFill>
                    <a:srgbClr val="FFFFFF"/>
                  </a:solidFill>
                  <a:latin typeface="Century Gothic Paneuropean"/>
                  <a:ea typeface="Century Gothic Paneuropean"/>
                  <a:cs typeface="Century Gothic Paneuropean"/>
                  <a:sym typeface="Century Gothic Paneuropean"/>
                </a:rPr>
                <a:t>3</a:t>
              </a:r>
            </a:p>
          </p:txBody>
        </p:sp>
      </p:grpSp>
      <p:sp>
        <p:nvSpPr>
          <p:cNvPr name="TextBox 23" id="23"/>
          <p:cNvSpPr txBox="true"/>
          <p:nvPr/>
        </p:nvSpPr>
        <p:spPr>
          <a:xfrm rot="0">
            <a:off x="6544608" y="9437351"/>
            <a:ext cx="6989474" cy="438150"/>
          </a:xfrm>
          <a:prstGeom prst="rect">
            <a:avLst/>
          </a:prstGeom>
        </p:spPr>
        <p:txBody>
          <a:bodyPr anchor="t" rtlCol="false" tIns="0" lIns="0" bIns="0" rIns="0">
            <a:spAutoFit/>
          </a:bodyPr>
          <a:lstStyle/>
          <a:p>
            <a:pPr algn="ctr">
              <a:lnSpc>
                <a:spcPts val="3240"/>
              </a:lnSpc>
            </a:pPr>
            <a:r>
              <a:rPr lang="en-US" sz="2700">
                <a:solidFill>
                  <a:srgbClr val="000000"/>
                </a:solidFill>
                <a:latin typeface="Bodoni FLF"/>
                <a:ea typeface="Bodoni FLF"/>
                <a:cs typeface="Bodoni FLF"/>
                <a:sym typeface="Bodoni FLF"/>
              </a:rPr>
              <a:t>Electronics and communications</a:t>
            </a:r>
          </a:p>
        </p:txBody>
      </p:sp>
      <p:sp>
        <p:nvSpPr>
          <p:cNvPr name="Freeform 24" id="24"/>
          <p:cNvSpPr/>
          <p:nvPr/>
        </p:nvSpPr>
        <p:spPr>
          <a:xfrm flipH="false" flipV="false" rot="0">
            <a:off x="740835" y="770563"/>
            <a:ext cx="3081147" cy="2040045"/>
          </a:xfrm>
          <a:custGeom>
            <a:avLst/>
            <a:gdLst/>
            <a:ahLst/>
            <a:cxnLst/>
            <a:rect r="r" b="b" t="t" l="l"/>
            <a:pathLst>
              <a:path h="2040045" w="3081147">
                <a:moveTo>
                  <a:pt x="0" y="0"/>
                </a:moveTo>
                <a:lnTo>
                  <a:pt x="3081147" y="0"/>
                </a:lnTo>
                <a:lnTo>
                  <a:pt x="3081147" y="2040045"/>
                </a:lnTo>
                <a:lnTo>
                  <a:pt x="0" y="2040045"/>
                </a:lnTo>
                <a:lnTo>
                  <a:pt x="0" y="0"/>
                </a:lnTo>
                <a:close/>
              </a:path>
            </a:pathLst>
          </a:custGeom>
          <a:blipFill>
            <a:blip r:embed="rId9"/>
            <a:stretch>
              <a:fillRect l="0" t="0" r="0" b="-6931"/>
            </a:stretch>
          </a:blipFill>
        </p:spPr>
      </p:sp>
      <p:sp>
        <p:nvSpPr>
          <p:cNvPr name="TextBox 25" id="25"/>
          <p:cNvSpPr txBox="true"/>
          <p:nvPr/>
        </p:nvSpPr>
        <p:spPr>
          <a:xfrm rot="0">
            <a:off x="1356473" y="3553648"/>
            <a:ext cx="2886472" cy="438150"/>
          </a:xfrm>
          <a:prstGeom prst="rect">
            <a:avLst/>
          </a:prstGeom>
        </p:spPr>
        <p:txBody>
          <a:bodyPr anchor="t" rtlCol="false" tIns="0" lIns="0" bIns="0" rIns="0">
            <a:spAutoFit/>
          </a:bodyPr>
          <a:lstStyle/>
          <a:p>
            <a:pPr algn="ctr">
              <a:lnSpc>
                <a:spcPts val="3360"/>
              </a:lnSpc>
              <a:spcBef>
                <a:spcPct val="0"/>
              </a:spcBef>
            </a:pPr>
            <a:r>
              <a:rPr lang="en-US" b="true" sz="2800">
                <a:solidFill>
                  <a:srgbClr val="000000"/>
                </a:solidFill>
                <a:latin typeface="Times New Roman Bold"/>
                <a:ea typeface="Times New Roman Bold"/>
                <a:cs typeface="Times New Roman Bold"/>
                <a:sym typeface="Times New Roman Bold"/>
              </a:rPr>
              <a:t>Literature Review:</a:t>
            </a:r>
          </a:p>
        </p:txBody>
      </p:sp>
      <p:sp>
        <p:nvSpPr>
          <p:cNvPr name="TextBox 26" id="26"/>
          <p:cNvSpPr txBox="true"/>
          <p:nvPr/>
        </p:nvSpPr>
        <p:spPr>
          <a:xfrm rot="0">
            <a:off x="1356473" y="4067413"/>
            <a:ext cx="15428958" cy="4019550"/>
          </a:xfrm>
          <a:prstGeom prst="rect">
            <a:avLst/>
          </a:prstGeom>
        </p:spPr>
        <p:txBody>
          <a:bodyPr anchor="t" rtlCol="false" tIns="0" lIns="0" bIns="0" rIns="0">
            <a:spAutoFit/>
          </a:bodyPr>
          <a:lstStyle/>
          <a:p>
            <a:pPr algn="just">
              <a:lnSpc>
                <a:spcPts val="3172"/>
              </a:lnSpc>
            </a:pPr>
            <a:r>
              <a:rPr lang="en-US" sz="2643">
                <a:solidFill>
                  <a:srgbClr val="000000"/>
                </a:solidFill>
                <a:latin typeface="Times New Roman"/>
                <a:ea typeface="Times New Roman"/>
                <a:cs typeface="Times New Roman"/>
                <a:sym typeface="Times New Roman"/>
              </a:rPr>
              <a:t>P. Pravin et.al.,[4] This paper proposes a high-pressure automatic vacuum cleaner using Arduino to dry-clean an area automatically. The robot covers the entire room or area by using the border analysis technique. The robot travels in a zigzag path and covers the entire area. It analyses the obstacles by using an ultrasonic sensor and a high-pressure pump to clean.</a:t>
            </a:r>
          </a:p>
          <a:p>
            <a:pPr algn="just">
              <a:lnSpc>
                <a:spcPts val="3172"/>
              </a:lnSpc>
            </a:pPr>
          </a:p>
          <a:p>
            <a:pPr algn="just">
              <a:lnSpc>
                <a:spcPts val="3172"/>
              </a:lnSpc>
            </a:pPr>
            <a:r>
              <a:rPr lang="en-US" sz="2643">
                <a:solidFill>
                  <a:srgbClr val="000000"/>
                </a:solidFill>
                <a:latin typeface="Times New Roman"/>
                <a:ea typeface="Times New Roman"/>
                <a:cs typeface="Times New Roman"/>
                <a:sym typeface="Times New Roman"/>
              </a:rPr>
              <a:t>D. Desmulyati et.al.,[5] This research discusses a vacuum robot that allows it to automatically turn and avoid obstacles, continuing the cleaning process. Additionally, the Bluetooth system can also be manually controlled via a smartphone, allowing it to move forward, backward, turn, and stop. With a DC motor, you can manually operate it by pressing the on/off button located on robot.</a:t>
            </a:r>
          </a:p>
          <a:p>
            <a:pPr algn="just">
              <a:lnSpc>
                <a:spcPts val="3172"/>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181"/>
            <a:ext cx="18288000" cy="10285371"/>
            <a:chOff x="0" y="0"/>
            <a:chExt cx="24384000" cy="13713828"/>
          </a:xfrm>
        </p:grpSpPr>
        <p:sp>
          <p:nvSpPr>
            <p:cNvPr name="Freeform 3" id="3"/>
            <p:cNvSpPr/>
            <p:nvPr/>
          </p:nvSpPr>
          <p:spPr>
            <a:xfrm flipH="false" flipV="false" rot="0">
              <a:off x="0" y="0"/>
              <a:ext cx="24384000" cy="13713840"/>
            </a:xfrm>
            <a:custGeom>
              <a:avLst/>
              <a:gdLst/>
              <a:ahLst/>
              <a:cxnLst/>
              <a:rect r="r" b="b" t="t" l="l"/>
              <a:pathLst>
                <a:path h="13713840" w="24384000">
                  <a:moveTo>
                    <a:pt x="0" y="0"/>
                  </a:moveTo>
                  <a:lnTo>
                    <a:pt x="24384000" y="0"/>
                  </a:lnTo>
                  <a:lnTo>
                    <a:pt x="24384000" y="13713840"/>
                  </a:lnTo>
                  <a:lnTo>
                    <a:pt x="0" y="13713840"/>
                  </a:lnTo>
                  <a:close/>
                </a:path>
              </a:pathLst>
            </a:custGeom>
            <a:blipFill>
              <a:blip r:embed="rId3"/>
              <a:stretch>
                <a:fillRect l="0" t="-7" r="0" b="-7"/>
              </a:stretch>
            </a:blipFill>
          </p:spPr>
        </p:sp>
      </p:grpSp>
      <p:grpSp>
        <p:nvGrpSpPr>
          <p:cNvPr name="Group 4" id="4"/>
          <p:cNvGrpSpPr/>
          <p:nvPr/>
        </p:nvGrpSpPr>
        <p:grpSpPr>
          <a:xfrm rot="0">
            <a:off x="4829" y="4001043"/>
            <a:ext cx="6286500" cy="6285500"/>
            <a:chOff x="0" y="0"/>
            <a:chExt cx="8382000" cy="8380666"/>
          </a:xfrm>
        </p:grpSpPr>
        <p:sp>
          <p:nvSpPr>
            <p:cNvPr name="Freeform 5" id="5"/>
            <p:cNvSpPr/>
            <p:nvPr/>
          </p:nvSpPr>
          <p:spPr>
            <a:xfrm flipH="false" flipV="false" rot="0">
              <a:off x="0" y="0"/>
              <a:ext cx="8382000" cy="8380730"/>
            </a:xfrm>
            <a:custGeom>
              <a:avLst/>
              <a:gdLst/>
              <a:ahLst/>
              <a:cxnLst/>
              <a:rect r="r" b="b" t="t" l="l"/>
              <a:pathLst>
                <a:path h="8380730" w="8382000">
                  <a:moveTo>
                    <a:pt x="0" y="4190365"/>
                  </a:moveTo>
                  <a:cubicBezTo>
                    <a:pt x="0" y="1876044"/>
                    <a:pt x="1876425" y="0"/>
                    <a:pt x="4191000" y="0"/>
                  </a:cubicBezTo>
                  <a:cubicBezTo>
                    <a:pt x="6505575" y="0"/>
                    <a:pt x="8382000" y="1876044"/>
                    <a:pt x="8382000" y="4190365"/>
                  </a:cubicBezTo>
                  <a:cubicBezTo>
                    <a:pt x="8382000" y="6504687"/>
                    <a:pt x="6505575" y="8380730"/>
                    <a:pt x="4191000" y="8380730"/>
                  </a:cubicBezTo>
                  <a:cubicBezTo>
                    <a:pt x="1876425" y="8380730"/>
                    <a:pt x="0" y="6504559"/>
                    <a:pt x="0" y="4190365"/>
                  </a:cubicBezTo>
                  <a:close/>
                </a:path>
              </a:pathLst>
            </a:custGeom>
            <a:gradFill rotWithShape="true">
              <a:gsLst>
                <a:gs pos="0">
                  <a:srgbClr val="F7F7F7">
                    <a:alpha val="10980"/>
                  </a:srgbClr>
                </a:gs>
                <a:gs pos="36000">
                  <a:srgbClr val="F7F7F7">
                    <a:alpha val="9803"/>
                  </a:srgbClr>
                </a:gs>
                <a:gs pos="75000">
                  <a:srgbClr val="F7F7F7">
                    <a:alpha val="0"/>
                  </a:srgbClr>
                </a:gs>
                <a:gs pos="100000">
                  <a:srgbClr val="F7F7F7">
                    <a:alpha val="0"/>
                  </a:srgbClr>
                </a:gs>
              </a:gsLst>
              <a:path path="circle">
                <a:fillToRect l="50000" r="50000" t="50000" b="50000"/>
              </a:path>
            </a:gradFill>
          </p:spPr>
        </p:sp>
      </p:grpSp>
      <p:grpSp>
        <p:nvGrpSpPr>
          <p:cNvPr name="Group 6" id="6"/>
          <p:cNvGrpSpPr/>
          <p:nvPr/>
        </p:nvGrpSpPr>
        <p:grpSpPr>
          <a:xfrm rot="0">
            <a:off x="2629" y="4343886"/>
            <a:ext cx="3543300" cy="3542738"/>
            <a:chOff x="0" y="0"/>
            <a:chExt cx="4724400" cy="4723651"/>
          </a:xfrm>
        </p:grpSpPr>
        <p:sp>
          <p:nvSpPr>
            <p:cNvPr name="Freeform 7" id="7"/>
            <p:cNvSpPr/>
            <p:nvPr/>
          </p:nvSpPr>
          <p:spPr>
            <a:xfrm flipH="false" flipV="false" rot="0">
              <a:off x="0" y="0"/>
              <a:ext cx="4724400" cy="4723638"/>
            </a:xfrm>
            <a:custGeom>
              <a:avLst/>
              <a:gdLst/>
              <a:ahLst/>
              <a:cxnLst/>
              <a:rect r="r" b="b" t="t" l="l"/>
              <a:pathLst>
                <a:path h="4723638" w="4724400">
                  <a:moveTo>
                    <a:pt x="0" y="2361819"/>
                  </a:moveTo>
                  <a:cubicBezTo>
                    <a:pt x="0" y="1057402"/>
                    <a:pt x="1057656" y="0"/>
                    <a:pt x="2362200" y="0"/>
                  </a:cubicBezTo>
                  <a:cubicBezTo>
                    <a:pt x="3666744" y="0"/>
                    <a:pt x="4724400" y="1057402"/>
                    <a:pt x="4724400" y="2361819"/>
                  </a:cubicBezTo>
                  <a:cubicBezTo>
                    <a:pt x="4724400" y="3666236"/>
                    <a:pt x="3666744" y="4723638"/>
                    <a:pt x="2362200" y="4723638"/>
                  </a:cubicBezTo>
                  <a:cubicBezTo>
                    <a:pt x="1057656" y="4723638"/>
                    <a:pt x="0" y="3666236"/>
                    <a:pt x="0" y="2361819"/>
                  </a:cubicBezTo>
                  <a:close/>
                </a:path>
              </a:pathLst>
            </a:custGeom>
            <a:gradFill rotWithShape="true">
              <a:gsLst>
                <a:gs pos="0">
                  <a:srgbClr val="F7F7F7">
                    <a:alpha val="7843"/>
                  </a:srgbClr>
                </a:gs>
                <a:gs pos="36000">
                  <a:srgbClr val="F7F7F7">
                    <a:alpha val="7843"/>
                  </a:srgbClr>
                </a:gs>
                <a:gs pos="72000">
                  <a:srgbClr val="F7F7F7">
                    <a:alpha val="0"/>
                  </a:srgbClr>
                </a:gs>
                <a:gs pos="100000">
                  <a:srgbClr val="F7F7F7">
                    <a:alpha val="0"/>
                  </a:srgbClr>
                </a:gs>
              </a:gsLst>
              <a:path path="circle">
                <a:fillToRect l="50000" r="50000" t="50000" b="50000"/>
              </a:path>
            </a:gradFill>
          </p:spPr>
        </p:sp>
      </p:grpSp>
      <p:grpSp>
        <p:nvGrpSpPr>
          <p:cNvPr name="Group 8" id="8"/>
          <p:cNvGrpSpPr/>
          <p:nvPr/>
        </p:nvGrpSpPr>
        <p:grpSpPr>
          <a:xfrm rot="0">
            <a:off x="12913519" y="2515381"/>
            <a:ext cx="4229100" cy="4228433"/>
            <a:chOff x="0" y="0"/>
            <a:chExt cx="5638800" cy="5637911"/>
          </a:xfrm>
        </p:grpSpPr>
        <p:sp>
          <p:nvSpPr>
            <p:cNvPr name="Freeform 9" id="9"/>
            <p:cNvSpPr/>
            <p:nvPr/>
          </p:nvSpPr>
          <p:spPr>
            <a:xfrm flipH="false" flipV="false" rot="0">
              <a:off x="0" y="0"/>
              <a:ext cx="5638800" cy="5637911"/>
            </a:xfrm>
            <a:custGeom>
              <a:avLst/>
              <a:gdLst/>
              <a:ahLst/>
              <a:cxnLst/>
              <a:rect r="r" b="b" t="t" l="l"/>
              <a:pathLst>
                <a:path h="5637911" w="5638800">
                  <a:moveTo>
                    <a:pt x="0" y="2818892"/>
                  </a:moveTo>
                  <a:cubicBezTo>
                    <a:pt x="0" y="1262126"/>
                    <a:pt x="1262253" y="0"/>
                    <a:pt x="2819400" y="0"/>
                  </a:cubicBezTo>
                  <a:cubicBezTo>
                    <a:pt x="4376547" y="0"/>
                    <a:pt x="5638800" y="1262126"/>
                    <a:pt x="5638800" y="2818892"/>
                  </a:cubicBezTo>
                  <a:cubicBezTo>
                    <a:pt x="5638800" y="4375658"/>
                    <a:pt x="4376547" y="5637911"/>
                    <a:pt x="2819400" y="5637911"/>
                  </a:cubicBezTo>
                  <a:cubicBezTo>
                    <a:pt x="1262253" y="5637911"/>
                    <a:pt x="0" y="4375785"/>
                    <a:pt x="0" y="2818892"/>
                  </a:cubicBezTo>
                  <a:close/>
                </a:path>
              </a:pathLst>
            </a:custGeom>
            <a:gradFill rotWithShape="true">
              <a:gsLst>
                <a:gs pos="0">
                  <a:srgbClr val="F7F7F7">
                    <a:alpha val="6666"/>
                  </a:srgbClr>
                </a:gs>
                <a:gs pos="36000">
                  <a:srgbClr val="F7F7F7">
                    <a:alpha val="5882"/>
                  </a:srgbClr>
                </a:gs>
                <a:gs pos="69000">
                  <a:srgbClr val="F7F7F7">
                    <a:alpha val="0"/>
                  </a:srgbClr>
                </a:gs>
                <a:gs pos="100000">
                  <a:srgbClr val="F7F7F7">
                    <a:alpha val="0"/>
                  </a:srgbClr>
                </a:gs>
              </a:gsLst>
              <a:path path="circle">
                <a:fillToRect l="50000" r="50000" t="50000" b="50000"/>
              </a:path>
            </a:gradFill>
          </p:spPr>
        </p:sp>
      </p:grpSp>
      <p:grpSp>
        <p:nvGrpSpPr>
          <p:cNvPr name="Group 10" id="10"/>
          <p:cNvGrpSpPr/>
          <p:nvPr/>
        </p:nvGrpSpPr>
        <p:grpSpPr>
          <a:xfrm rot="0">
            <a:off x="11999119" y="-2381"/>
            <a:ext cx="2400300" cy="2399919"/>
            <a:chOff x="0" y="0"/>
            <a:chExt cx="3200400" cy="3199892"/>
          </a:xfrm>
        </p:grpSpPr>
        <p:sp>
          <p:nvSpPr>
            <p:cNvPr name="Freeform 11" id="11"/>
            <p:cNvSpPr/>
            <p:nvPr/>
          </p:nvSpPr>
          <p:spPr>
            <a:xfrm flipH="false" flipV="false" rot="0">
              <a:off x="0" y="0"/>
              <a:ext cx="3200400" cy="3199892"/>
            </a:xfrm>
            <a:custGeom>
              <a:avLst/>
              <a:gdLst/>
              <a:ahLst/>
              <a:cxnLst/>
              <a:rect r="r" b="b" t="t" l="l"/>
              <a:pathLst>
                <a:path h="3199892" w="3200400">
                  <a:moveTo>
                    <a:pt x="0" y="1599946"/>
                  </a:moveTo>
                  <a:cubicBezTo>
                    <a:pt x="0" y="716280"/>
                    <a:pt x="716407" y="0"/>
                    <a:pt x="1600200" y="0"/>
                  </a:cubicBezTo>
                  <a:cubicBezTo>
                    <a:pt x="2483993" y="0"/>
                    <a:pt x="3200400" y="716280"/>
                    <a:pt x="3200400" y="1599946"/>
                  </a:cubicBezTo>
                  <a:cubicBezTo>
                    <a:pt x="3200400" y="2483612"/>
                    <a:pt x="2483993" y="3199892"/>
                    <a:pt x="1600200" y="3199892"/>
                  </a:cubicBezTo>
                  <a:cubicBezTo>
                    <a:pt x="716407" y="3199892"/>
                    <a:pt x="0" y="2483612"/>
                    <a:pt x="0" y="1599946"/>
                  </a:cubicBezTo>
                  <a:close/>
                </a:path>
              </a:pathLst>
            </a:custGeom>
            <a:gradFill rotWithShape="true">
              <a:gsLst>
                <a:gs pos="0">
                  <a:srgbClr val="F7F7F7">
                    <a:alpha val="13725"/>
                  </a:srgbClr>
                </a:gs>
                <a:gs pos="36000">
                  <a:srgbClr val="F7F7F7">
                    <a:alpha val="6666"/>
                  </a:srgbClr>
                </a:gs>
                <a:gs pos="73000">
                  <a:srgbClr val="F7F7F7">
                    <a:alpha val="0"/>
                  </a:srgbClr>
                </a:gs>
                <a:gs pos="100000">
                  <a:srgbClr val="F7F7F7">
                    <a:alpha val="0"/>
                  </a:srgbClr>
                </a:gs>
              </a:gsLst>
              <a:path path="circle">
                <a:fillToRect l="50000" r="50000" t="50000" b="50000"/>
              </a:path>
            </a:gradFill>
          </p:spPr>
        </p:sp>
      </p:grpSp>
      <p:grpSp>
        <p:nvGrpSpPr>
          <p:cNvPr name="Group 12" id="12"/>
          <p:cNvGrpSpPr/>
          <p:nvPr/>
        </p:nvGrpSpPr>
        <p:grpSpPr>
          <a:xfrm rot="0">
            <a:off x="12913519" y="8810863"/>
            <a:ext cx="1485900" cy="1485662"/>
            <a:chOff x="0" y="0"/>
            <a:chExt cx="1981200" cy="1980882"/>
          </a:xfrm>
        </p:grpSpPr>
        <p:sp>
          <p:nvSpPr>
            <p:cNvPr name="Freeform 13" id="13"/>
            <p:cNvSpPr/>
            <p:nvPr/>
          </p:nvSpPr>
          <p:spPr>
            <a:xfrm flipH="false" flipV="false" rot="0">
              <a:off x="0" y="0"/>
              <a:ext cx="1981200" cy="1980946"/>
            </a:xfrm>
            <a:custGeom>
              <a:avLst/>
              <a:gdLst/>
              <a:ahLst/>
              <a:cxnLst/>
              <a:rect r="r" b="b" t="t" l="l"/>
              <a:pathLst>
                <a:path h="1980946" w="1981200">
                  <a:moveTo>
                    <a:pt x="0" y="990473"/>
                  </a:moveTo>
                  <a:cubicBezTo>
                    <a:pt x="0" y="443484"/>
                    <a:pt x="443484" y="0"/>
                    <a:pt x="990600" y="0"/>
                  </a:cubicBezTo>
                  <a:cubicBezTo>
                    <a:pt x="1537716" y="0"/>
                    <a:pt x="1981200" y="443484"/>
                    <a:pt x="1981200" y="990473"/>
                  </a:cubicBezTo>
                  <a:cubicBezTo>
                    <a:pt x="1981200" y="1537462"/>
                    <a:pt x="1537716" y="1980946"/>
                    <a:pt x="990600" y="1980946"/>
                  </a:cubicBezTo>
                  <a:cubicBezTo>
                    <a:pt x="443484" y="1980946"/>
                    <a:pt x="0" y="1537462"/>
                    <a:pt x="0" y="990473"/>
                  </a:cubicBezTo>
                  <a:close/>
                </a:path>
              </a:pathLst>
            </a:custGeom>
            <a:gradFill rotWithShape="true">
              <a:gsLst>
                <a:gs pos="0">
                  <a:srgbClr val="F7F7F7">
                    <a:alpha val="13725"/>
                  </a:srgbClr>
                </a:gs>
                <a:gs pos="36000">
                  <a:srgbClr val="F7F7F7">
                    <a:alpha val="6666"/>
                  </a:srgbClr>
                </a:gs>
                <a:gs pos="66000">
                  <a:srgbClr val="F7F7F7">
                    <a:alpha val="0"/>
                  </a:srgbClr>
                </a:gs>
                <a:gs pos="100000">
                  <a:srgbClr val="F7F7F7">
                    <a:alpha val="0"/>
                  </a:srgbClr>
                </a:gs>
              </a:gsLst>
              <a:path path="circle">
                <a:fillToRect l="50000" r="50000" t="50000" b="50000"/>
              </a:path>
            </a:gradFill>
          </p:spPr>
        </p:sp>
      </p:grpSp>
      <p:sp>
        <p:nvSpPr>
          <p:cNvPr name="Freeform 14" id="14"/>
          <p:cNvSpPr/>
          <p:nvPr/>
        </p:nvSpPr>
        <p:spPr>
          <a:xfrm flipH="false" flipV="false" rot="0">
            <a:off x="12717616" y="2273276"/>
            <a:ext cx="4987620" cy="1508972"/>
          </a:xfrm>
          <a:custGeom>
            <a:avLst/>
            <a:gdLst/>
            <a:ahLst/>
            <a:cxnLst/>
            <a:rect r="r" b="b" t="t" l="l"/>
            <a:pathLst>
              <a:path h="1508972" w="4987620">
                <a:moveTo>
                  <a:pt x="0" y="0"/>
                </a:moveTo>
                <a:lnTo>
                  <a:pt x="4987620" y="0"/>
                </a:lnTo>
                <a:lnTo>
                  <a:pt x="4987620" y="1508972"/>
                </a:lnTo>
                <a:lnTo>
                  <a:pt x="0" y="15089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688182" y="2800351"/>
            <a:ext cx="16916400" cy="6800849"/>
          </a:xfrm>
          <a:custGeom>
            <a:avLst/>
            <a:gdLst/>
            <a:ahLst/>
            <a:cxnLst/>
            <a:rect r="r" b="b" t="t" l="l"/>
            <a:pathLst>
              <a:path h="6800849" w="16916400">
                <a:moveTo>
                  <a:pt x="0" y="0"/>
                </a:moveTo>
                <a:lnTo>
                  <a:pt x="16916400" y="0"/>
                </a:lnTo>
                <a:lnTo>
                  <a:pt x="16916400" y="6800848"/>
                </a:lnTo>
                <a:lnTo>
                  <a:pt x="0" y="68008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0" y="2381"/>
            <a:ext cx="18288000" cy="10284619"/>
            <a:chOff x="0" y="0"/>
            <a:chExt cx="24384000" cy="13712825"/>
          </a:xfrm>
        </p:grpSpPr>
        <p:sp>
          <p:nvSpPr>
            <p:cNvPr name="Freeform 17" id="17"/>
            <p:cNvSpPr/>
            <p:nvPr/>
          </p:nvSpPr>
          <p:spPr>
            <a:xfrm flipH="false" flipV="false" rot="0">
              <a:off x="0" y="0"/>
              <a:ext cx="24384000" cy="13712825"/>
            </a:xfrm>
            <a:custGeom>
              <a:avLst/>
              <a:gdLst/>
              <a:ahLst/>
              <a:cxnLst/>
              <a:rect r="r" b="b" t="t" l="l"/>
              <a:pathLst>
                <a:path h="13712825" w="24384000">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name="Group 18" id="18"/>
          <p:cNvGrpSpPr/>
          <p:nvPr/>
        </p:nvGrpSpPr>
        <p:grpSpPr>
          <a:xfrm rot="0">
            <a:off x="15656719" y="0"/>
            <a:ext cx="1028700" cy="1714500"/>
            <a:chOff x="0" y="0"/>
            <a:chExt cx="1371600" cy="2286000"/>
          </a:xfrm>
        </p:grpSpPr>
        <p:sp>
          <p:nvSpPr>
            <p:cNvPr name="Freeform 19" id="19"/>
            <p:cNvSpPr/>
            <p:nvPr/>
          </p:nvSpPr>
          <p:spPr>
            <a:xfrm flipH="false" flipV="false" rot="0">
              <a:off x="0" y="0"/>
              <a:ext cx="1371600" cy="2286000"/>
            </a:xfrm>
            <a:custGeom>
              <a:avLst/>
              <a:gdLst/>
              <a:ahLst/>
              <a:cxnLst/>
              <a:rect r="r" b="b" t="t" l="l"/>
              <a:pathLst>
                <a:path h="2286000" w="1371600">
                  <a:moveTo>
                    <a:pt x="0" y="0"/>
                  </a:moveTo>
                  <a:lnTo>
                    <a:pt x="1371600" y="0"/>
                  </a:lnTo>
                  <a:lnTo>
                    <a:pt x="1371600" y="2286000"/>
                  </a:lnTo>
                  <a:lnTo>
                    <a:pt x="0" y="2286000"/>
                  </a:lnTo>
                  <a:close/>
                </a:path>
              </a:pathLst>
            </a:custGeom>
            <a:solidFill>
              <a:srgbClr val="ACD433"/>
            </a:solidFill>
          </p:spPr>
        </p:sp>
      </p:grpSp>
      <p:grpSp>
        <p:nvGrpSpPr>
          <p:cNvPr name="Group 20" id="20"/>
          <p:cNvGrpSpPr/>
          <p:nvPr/>
        </p:nvGrpSpPr>
        <p:grpSpPr>
          <a:xfrm rot="0">
            <a:off x="15528131" y="442912"/>
            <a:ext cx="1257300" cy="1152525"/>
            <a:chOff x="0" y="0"/>
            <a:chExt cx="1676400" cy="1536700"/>
          </a:xfrm>
        </p:grpSpPr>
        <p:sp>
          <p:nvSpPr>
            <p:cNvPr name="Freeform 21" id="21"/>
            <p:cNvSpPr/>
            <p:nvPr/>
          </p:nvSpPr>
          <p:spPr>
            <a:xfrm flipH="false" flipV="false" rot="0">
              <a:off x="0" y="0"/>
              <a:ext cx="1676400" cy="1536700"/>
            </a:xfrm>
            <a:custGeom>
              <a:avLst/>
              <a:gdLst/>
              <a:ahLst/>
              <a:cxnLst/>
              <a:rect r="r" b="b" t="t" l="l"/>
              <a:pathLst>
                <a:path h="1536700" w="1676400">
                  <a:moveTo>
                    <a:pt x="0" y="0"/>
                  </a:moveTo>
                  <a:lnTo>
                    <a:pt x="1676400" y="0"/>
                  </a:lnTo>
                  <a:lnTo>
                    <a:pt x="1676400" y="1536700"/>
                  </a:lnTo>
                  <a:lnTo>
                    <a:pt x="0" y="1536700"/>
                  </a:lnTo>
                  <a:close/>
                </a:path>
              </a:pathLst>
            </a:custGeom>
            <a:blipFill>
              <a:blip r:embed="rId8">
                <a:alphaModFix amt="0"/>
              </a:blip>
              <a:stretch>
                <a:fillRect l="-67611" t="0" r="-67611" b="0"/>
              </a:stretch>
            </a:blipFill>
          </p:spPr>
        </p:sp>
        <p:sp>
          <p:nvSpPr>
            <p:cNvPr name="TextBox 22" id="22"/>
            <p:cNvSpPr txBox="true"/>
            <p:nvPr/>
          </p:nvSpPr>
          <p:spPr>
            <a:xfrm>
              <a:off x="0" y="0"/>
              <a:ext cx="1676400" cy="1536700"/>
            </a:xfrm>
            <a:prstGeom prst="rect">
              <a:avLst/>
            </a:prstGeom>
          </p:spPr>
          <p:txBody>
            <a:bodyPr anchor="b" rtlCol="false" tIns="0" lIns="0" bIns="0" rIns="0"/>
            <a:lstStyle/>
            <a:p>
              <a:pPr algn="ctr">
                <a:lnSpc>
                  <a:spcPts val="5040"/>
                </a:lnSpc>
              </a:pPr>
              <a:r>
                <a:rPr lang="en-US" sz="4200">
                  <a:solidFill>
                    <a:srgbClr val="FFFFFF"/>
                  </a:solidFill>
                  <a:latin typeface="Century Gothic Paneuropean"/>
                  <a:ea typeface="Century Gothic Paneuropean"/>
                  <a:cs typeface="Century Gothic Paneuropean"/>
                  <a:sym typeface="Century Gothic Paneuropean"/>
                </a:rPr>
                <a:t>4</a:t>
              </a:r>
            </a:p>
          </p:txBody>
        </p:sp>
      </p:grpSp>
      <p:sp>
        <p:nvSpPr>
          <p:cNvPr name="TextBox 23" id="23"/>
          <p:cNvSpPr txBox="true"/>
          <p:nvPr/>
        </p:nvSpPr>
        <p:spPr>
          <a:xfrm rot="0">
            <a:off x="6544608" y="9437351"/>
            <a:ext cx="6989474" cy="438150"/>
          </a:xfrm>
          <a:prstGeom prst="rect">
            <a:avLst/>
          </a:prstGeom>
        </p:spPr>
        <p:txBody>
          <a:bodyPr anchor="t" rtlCol="false" tIns="0" lIns="0" bIns="0" rIns="0">
            <a:spAutoFit/>
          </a:bodyPr>
          <a:lstStyle/>
          <a:p>
            <a:pPr algn="ctr">
              <a:lnSpc>
                <a:spcPts val="3240"/>
              </a:lnSpc>
            </a:pPr>
            <a:r>
              <a:rPr lang="en-US" sz="2700">
                <a:solidFill>
                  <a:srgbClr val="000000"/>
                </a:solidFill>
                <a:latin typeface="Bodoni FLF"/>
                <a:ea typeface="Bodoni FLF"/>
                <a:cs typeface="Bodoni FLF"/>
                <a:sym typeface="Bodoni FLF"/>
              </a:rPr>
              <a:t>El</a:t>
            </a:r>
            <a:r>
              <a:rPr lang="en-US" sz="2700">
                <a:solidFill>
                  <a:srgbClr val="000000"/>
                </a:solidFill>
                <a:latin typeface="Bodoni FLF"/>
                <a:ea typeface="Bodoni FLF"/>
                <a:cs typeface="Bodoni FLF"/>
                <a:sym typeface="Bodoni FLF"/>
              </a:rPr>
              <a:t>ectronics and communications</a:t>
            </a:r>
          </a:p>
        </p:txBody>
      </p:sp>
      <p:sp>
        <p:nvSpPr>
          <p:cNvPr name="TextBox 24" id="24"/>
          <p:cNvSpPr txBox="true"/>
          <p:nvPr/>
        </p:nvSpPr>
        <p:spPr>
          <a:xfrm rot="0">
            <a:off x="863569" y="4325173"/>
            <a:ext cx="16565626" cy="3217470"/>
          </a:xfrm>
          <a:prstGeom prst="rect">
            <a:avLst/>
          </a:prstGeom>
        </p:spPr>
        <p:txBody>
          <a:bodyPr anchor="t" rtlCol="false" tIns="0" lIns="0" bIns="0" rIns="0">
            <a:spAutoFit/>
          </a:bodyPr>
          <a:lstStyle/>
          <a:p>
            <a:pPr algn="l">
              <a:lnSpc>
                <a:spcPts val="3597"/>
              </a:lnSpc>
            </a:pPr>
            <a:r>
              <a:rPr lang="en-US" b="true" sz="2998">
                <a:solidFill>
                  <a:srgbClr val="404040"/>
                </a:solidFill>
                <a:latin typeface="Times New Roman Bold"/>
                <a:ea typeface="Times New Roman Bold"/>
                <a:cs typeface="Times New Roman Bold"/>
                <a:sym typeface="Times New Roman Bold"/>
              </a:rPr>
              <a:t>Objective </a:t>
            </a:r>
          </a:p>
          <a:p>
            <a:pPr algn="l">
              <a:lnSpc>
                <a:spcPts val="3597"/>
              </a:lnSpc>
            </a:pPr>
          </a:p>
          <a:p>
            <a:pPr algn="l">
              <a:lnSpc>
                <a:spcPts val="3597"/>
              </a:lnSpc>
            </a:pPr>
            <a:r>
              <a:rPr lang="en-US" sz="2998">
                <a:solidFill>
                  <a:srgbClr val="404040"/>
                </a:solidFill>
                <a:latin typeface="Times New Roman"/>
                <a:ea typeface="Times New Roman"/>
                <a:cs typeface="Times New Roman"/>
                <a:sym typeface="Times New Roman"/>
              </a:rPr>
              <a:t>Many</a:t>
            </a:r>
            <a:r>
              <a:rPr lang="en-US" sz="2998">
                <a:solidFill>
                  <a:srgbClr val="404040"/>
                </a:solidFill>
                <a:latin typeface="Times New Roman"/>
                <a:ea typeface="Times New Roman"/>
                <a:cs typeface="Times New Roman"/>
                <a:sym typeface="Times New Roman"/>
              </a:rPr>
              <a:t> system use the Arduino Uno microcontroller to control motors and perform cleaning operations efficiently. But they require manual help in disposing the trash when storage is full. So we propose a smart vacuum cleaner which can dispose the collected waste without manual help. </a:t>
            </a:r>
          </a:p>
          <a:p>
            <a:pPr algn="l" marL="542589" indent="-271295" lvl="1">
              <a:lnSpc>
                <a:spcPts val="3597"/>
              </a:lnSpc>
            </a:pPr>
          </a:p>
          <a:p>
            <a:pPr algn="l" marL="542589" indent="-271295" lvl="1">
              <a:lnSpc>
                <a:spcPts val="3597"/>
              </a:lnSpc>
            </a:pPr>
          </a:p>
        </p:txBody>
      </p:sp>
      <p:sp>
        <p:nvSpPr>
          <p:cNvPr name="Freeform 25" id="25"/>
          <p:cNvSpPr/>
          <p:nvPr/>
        </p:nvSpPr>
        <p:spPr>
          <a:xfrm flipH="false" flipV="false" rot="0">
            <a:off x="740835" y="770563"/>
            <a:ext cx="3081147" cy="2040045"/>
          </a:xfrm>
          <a:custGeom>
            <a:avLst/>
            <a:gdLst/>
            <a:ahLst/>
            <a:cxnLst/>
            <a:rect r="r" b="b" t="t" l="l"/>
            <a:pathLst>
              <a:path h="2040045" w="3081147">
                <a:moveTo>
                  <a:pt x="0" y="0"/>
                </a:moveTo>
                <a:lnTo>
                  <a:pt x="3081147" y="0"/>
                </a:lnTo>
                <a:lnTo>
                  <a:pt x="3081147" y="2040045"/>
                </a:lnTo>
                <a:lnTo>
                  <a:pt x="0" y="2040045"/>
                </a:lnTo>
                <a:lnTo>
                  <a:pt x="0" y="0"/>
                </a:lnTo>
                <a:close/>
              </a:path>
            </a:pathLst>
          </a:custGeom>
          <a:blipFill>
            <a:blip r:embed="rId9"/>
            <a:stretch>
              <a:fillRect l="0" t="0" r="0" b="-6931"/>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181"/>
            <a:ext cx="18288000" cy="10285371"/>
            <a:chOff x="0" y="0"/>
            <a:chExt cx="24384000" cy="13713828"/>
          </a:xfrm>
        </p:grpSpPr>
        <p:sp>
          <p:nvSpPr>
            <p:cNvPr name="Freeform 3" id="3"/>
            <p:cNvSpPr/>
            <p:nvPr/>
          </p:nvSpPr>
          <p:spPr>
            <a:xfrm flipH="false" flipV="false" rot="0">
              <a:off x="0" y="0"/>
              <a:ext cx="24384000" cy="13713840"/>
            </a:xfrm>
            <a:custGeom>
              <a:avLst/>
              <a:gdLst/>
              <a:ahLst/>
              <a:cxnLst/>
              <a:rect r="r" b="b" t="t" l="l"/>
              <a:pathLst>
                <a:path h="13713840" w="24384000">
                  <a:moveTo>
                    <a:pt x="0" y="0"/>
                  </a:moveTo>
                  <a:lnTo>
                    <a:pt x="24384000" y="0"/>
                  </a:lnTo>
                  <a:lnTo>
                    <a:pt x="24384000" y="13713840"/>
                  </a:lnTo>
                  <a:lnTo>
                    <a:pt x="0" y="13713840"/>
                  </a:lnTo>
                  <a:close/>
                </a:path>
              </a:pathLst>
            </a:custGeom>
            <a:blipFill>
              <a:blip r:embed="rId3"/>
              <a:stretch>
                <a:fillRect l="0" t="-7" r="0" b="-7"/>
              </a:stretch>
            </a:blipFill>
          </p:spPr>
        </p:sp>
      </p:grpSp>
      <p:grpSp>
        <p:nvGrpSpPr>
          <p:cNvPr name="Group 4" id="4"/>
          <p:cNvGrpSpPr/>
          <p:nvPr/>
        </p:nvGrpSpPr>
        <p:grpSpPr>
          <a:xfrm rot="0">
            <a:off x="4829" y="4001043"/>
            <a:ext cx="6286500" cy="6285500"/>
            <a:chOff x="0" y="0"/>
            <a:chExt cx="8382000" cy="8380666"/>
          </a:xfrm>
        </p:grpSpPr>
        <p:sp>
          <p:nvSpPr>
            <p:cNvPr name="Freeform 5" id="5"/>
            <p:cNvSpPr/>
            <p:nvPr/>
          </p:nvSpPr>
          <p:spPr>
            <a:xfrm flipH="false" flipV="false" rot="0">
              <a:off x="0" y="0"/>
              <a:ext cx="8382000" cy="8380730"/>
            </a:xfrm>
            <a:custGeom>
              <a:avLst/>
              <a:gdLst/>
              <a:ahLst/>
              <a:cxnLst/>
              <a:rect r="r" b="b" t="t" l="l"/>
              <a:pathLst>
                <a:path h="8380730" w="8382000">
                  <a:moveTo>
                    <a:pt x="0" y="4190365"/>
                  </a:moveTo>
                  <a:cubicBezTo>
                    <a:pt x="0" y="1876044"/>
                    <a:pt x="1876425" y="0"/>
                    <a:pt x="4191000" y="0"/>
                  </a:cubicBezTo>
                  <a:cubicBezTo>
                    <a:pt x="6505575" y="0"/>
                    <a:pt x="8382000" y="1876044"/>
                    <a:pt x="8382000" y="4190365"/>
                  </a:cubicBezTo>
                  <a:cubicBezTo>
                    <a:pt x="8382000" y="6504687"/>
                    <a:pt x="6505575" y="8380730"/>
                    <a:pt x="4191000" y="8380730"/>
                  </a:cubicBezTo>
                  <a:cubicBezTo>
                    <a:pt x="1876425" y="8380730"/>
                    <a:pt x="0" y="6504559"/>
                    <a:pt x="0" y="4190365"/>
                  </a:cubicBezTo>
                  <a:close/>
                </a:path>
              </a:pathLst>
            </a:custGeom>
            <a:gradFill rotWithShape="true">
              <a:gsLst>
                <a:gs pos="0">
                  <a:srgbClr val="F7F7F7">
                    <a:alpha val="10980"/>
                  </a:srgbClr>
                </a:gs>
                <a:gs pos="36000">
                  <a:srgbClr val="F7F7F7">
                    <a:alpha val="9803"/>
                  </a:srgbClr>
                </a:gs>
                <a:gs pos="75000">
                  <a:srgbClr val="F7F7F7">
                    <a:alpha val="0"/>
                  </a:srgbClr>
                </a:gs>
                <a:gs pos="100000">
                  <a:srgbClr val="F7F7F7">
                    <a:alpha val="0"/>
                  </a:srgbClr>
                </a:gs>
              </a:gsLst>
              <a:path path="circle">
                <a:fillToRect l="50000" r="50000" t="50000" b="50000"/>
              </a:path>
            </a:gradFill>
          </p:spPr>
        </p:sp>
      </p:grpSp>
      <p:grpSp>
        <p:nvGrpSpPr>
          <p:cNvPr name="Group 6" id="6"/>
          <p:cNvGrpSpPr/>
          <p:nvPr/>
        </p:nvGrpSpPr>
        <p:grpSpPr>
          <a:xfrm rot="0">
            <a:off x="2629" y="4343886"/>
            <a:ext cx="3543300" cy="3542738"/>
            <a:chOff x="0" y="0"/>
            <a:chExt cx="4724400" cy="4723651"/>
          </a:xfrm>
        </p:grpSpPr>
        <p:sp>
          <p:nvSpPr>
            <p:cNvPr name="Freeform 7" id="7"/>
            <p:cNvSpPr/>
            <p:nvPr/>
          </p:nvSpPr>
          <p:spPr>
            <a:xfrm flipH="false" flipV="false" rot="0">
              <a:off x="0" y="0"/>
              <a:ext cx="4724400" cy="4723638"/>
            </a:xfrm>
            <a:custGeom>
              <a:avLst/>
              <a:gdLst/>
              <a:ahLst/>
              <a:cxnLst/>
              <a:rect r="r" b="b" t="t" l="l"/>
              <a:pathLst>
                <a:path h="4723638" w="4724400">
                  <a:moveTo>
                    <a:pt x="0" y="2361819"/>
                  </a:moveTo>
                  <a:cubicBezTo>
                    <a:pt x="0" y="1057402"/>
                    <a:pt x="1057656" y="0"/>
                    <a:pt x="2362200" y="0"/>
                  </a:cubicBezTo>
                  <a:cubicBezTo>
                    <a:pt x="3666744" y="0"/>
                    <a:pt x="4724400" y="1057402"/>
                    <a:pt x="4724400" y="2361819"/>
                  </a:cubicBezTo>
                  <a:cubicBezTo>
                    <a:pt x="4724400" y="3666236"/>
                    <a:pt x="3666744" y="4723638"/>
                    <a:pt x="2362200" y="4723638"/>
                  </a:cubicBezTo>
                  <a:cubicBezTo>
                    <a:pt x="1057656" y="4723638"/>
                    <a:pt x="0" y="3666236"/>
                    <a:pt x="0" y="2361819"/>
                  </a:cubicBezTo>
                  <a:close/>
                </a:path>
              </a:pathLst>
            </a:custGeom>
            <a:gradFill rotWithShape="true">
              <a:gsLst>
                <a:gs pos="0">
                  <a:srgbClr val="F7F7F7">
                    <a:alpha val="7843"/>
                  </a:srgbClr>
                </a:gs>
                <a:gs pos="36000">
                  <a:srgbClr val="F7F7F7">
                    <a:alpha val="7843"/>
                  </a:srgbClr>
                </a:gs>
                <a:gs pos="72000">
                  <a:srgbClr val="F7F7F7">
                    <a:alpha val="0"/>
                  </a:srgbClr>
                </a:gs>
                <a:gs pos="100000">
                  <a:srgbClr val="F7F7F7">
                    <a:alpha val="0"/>
                  </a:srgbClr>
                </a:gs>
              </a:gsLst>
              <a:path path="circle">
                <a:fillToRect l="50000" r="50000" t="50000" b="50000"/>
              </a:path>
            </a:gradFill>
          </p:spPr>
        </p:sp>
      </p:grpSp>
      <p:grpSp>
        <p:nvGrpSpPr>
          <p:cNvPr name="Group 8" id="8"/>
          <p:cNvGrpSpPr/>
          <p:nvPr/>
        </p:nvGrpSpPr>
        <p:grpSpPr>
          <a:xfrm rot="0">
            <a:off x="12913519" y="2515381"/>
            <a:ext cx="4229100" cy="4228433"/>
            <a:chOff x="0" y="0"/>
            <a:chExt cx="5638800" cy="5637911"/>
          </a:xfrm>
        </p:grpSpPr>
        <p:sp>
          <p:nvSpPr>
            <p:cNvPr name="Freeform 9" id="9"/>
            <p:cNvSpPr/>
            <p:nvPr/>
          </p:nvSpPr>
          <p:spPr>
            <a:xfrm flipH="false" flipV="false" rot="0">
              <a:off x="0" y="0"/>
              <a:ext cx="5638800" cy="5637911"/>
            </a:xfrm>
            <a:custGeom>
              <a:avLst/>
              <a:gdLst/>
              <a:ahLst/>
              <a:cxnLst/>
              <a:rect r="r" b="b" t="t" l="l"/>
              <a:pathLst>
                <a:path h="5637911" w="5638800">
                  <a:moveTo>
                    <a:pt x="0" y="2818892"/>
                  </a:moveTo>
                  <a:cubicBezTo>
                    <a:pt x="0" y="1262126"/>
                    <a:pt x="1262253" y="0"/>
                    <a:pt x="2819400" y="0"/>
                  </a:cubicBezTo>
                  <a:cubicBezTo>
                    <a:pt x="4376547" y="0"/>
                    <a:pt x="5638800" y="1262126"/>
                    <a:pt x="5638800" y="2818892"/>
                  </a:cubicBezTo>
                  <a:cubicBezTo>
                    <a:pt x="5638800" y="4375658"/>
                    <a:pt x="4376547" y="5637911"/>
                    <a:pt x="2819400" y="5637911"/>
                  </a:cubicBezTo>
                  <a:cubicBezTo>
                    <a:pt x="1262253" y="5637911"/>
                    <a:pt x="0" y="4375785"/>
                    <a:pt x="0" y="2818892"/>
                  </a:cubicBezTo>
                  <a:close/>
                </a:path>
              </a:pathLst>
            </a:custGeom>
            <a:gradFill rotWithShape="true">
              <a:gsLst>
                <a:gs pos="0">
                  <a:srgbClr val="F7F7F7">
                    <a:alpha val="6666"/>
                  </a:srgbClr>
                </a:gs>
                <a:gs pos="36000">
                  <a:srgbClr val="F7F7F7">
                    <a:alpha val="5882"/>
                  </a:srgbClr>
                </a:gs>
                <a:gs pos="69000">
                  <a:srgbClr val="F7F7F7">
                    <a:alpha val="0"/>
                  </a:srgbClr>
                </a:gs>
                <a:gs pos="100000">
                  <a:srgbClr val="F7F7F7">
                    <a:alpha val="0"/>
                  </a:srgbClr>
                </a:gs>
              </a:gsLst>
              <a:path path="circle">
                <a:fillToRect l="50000" r="50000" t="50000" b="50000"/>
              </a:path>
            </a:gradFill>
          </p:spPr>
        </p:sp>
      </p:grpSp>
      <p:grpSp>
        <p:nvGrpSpPr>
          <p:cNvPr name="Group 10" id="10"/>
          <p:cNvGrpSpPr/>
          <p:nvPr/>
        </p:nvGrpSpPr>
        <p:grpSpPr>
          <a:xfrm rot="0">
            <a:off x="11999119" y="-2381"/>
            <a:ext cx="2400300" cy="2399919"/>
            <a:chOff x="0" y="0"/>
            <a:chExt cx="3200400" cy="3199892"/>
          </a:xfrm>
        </p:grpSpPr>
        <p:sp>
          <p:nvSpPr>
            <p:cNvPr name="Freeform 11" id="11"/>
            <p:cNvSpPr/>
            <p:nvPr/>
          </p:nvSpPr>
          <p:spPr>
            <a:xfrm flipH="false" flipV="false" rot="0">
              <a:off x="0" y="0"/>
              <a:ext cx="3200400" cy="3199892"/>
            </a:xfrm>
            <a:custGeom>
              <a:avLst/>
              <a:gdLst/>
              <a:ahLst/>
              <a:cxnLst/>
              <a:rect r="r" b="b" t="t" l="l"/>
              <a:pathLst>
                <a:path h="3199892" w="3200400">
                  <a:moveTo>
                    <a:pt x="0" y="1599946"/>
                  </a:moveTo>
                  <a:cubicBezTo>
                    <a:pt x="0" y="716280"/>
                    <a:pt x="716407" y="0"/>
                    <a:pt x="1600200" y="0"/>
                  </a:cubicBezTo>
                  <a:cubicBezTo>
                    <a:pt x="2483993" y="0"/>
                    <a:pt x="3200400" y="716280"/>
                    <a:pt x="3200400" y="1599946"/>
                  </a:cubicBezTo>
                  <a:cubicBezTo>
                    <a:pt x="3200400" y="2483612"/>
                    <a:pt x="2483993" y="3199892"/>
                    <a:pt x="1600200" y="3199892"/>
                  </a:cubicBezTo>
                  <a:cubicBezTo>
                    <a:pt x="716407" y="3199892"/>
                    <a:pt x="0" y="2483612"/>
                    <a:pt x="0" y="1599946"/>
                  </a:cubicBezTo>
                  <a:close/>
                </a:path>
              </a:pathLst>
            </a:custGeom>
            <a:gradFill rotWithShape="true">
              <a:gsLst>
                <a:gs pos="0">
                  <a:srgbClr val="F7F7F7">
                    <a:alpha val="13725"/>
                  </a:srgbClr>
                </a:gs>
                <a:gs pos="36000">
                  <a:srgbClr val="F7F7F7">
                    <a:alpha val="6666"/>
                  </a:srgbClr>
                </a:gs>
                <a:gs pos="73000">
                  <a:srgbClr val="F7F7F7">
                    <a:alpha val="0"/>
                  </a:srgbClr>
                </a:gs>
                <a:gs pos="100000">
                  <a:srgbClr val="F7F7F7">
                    <a:alpha val="0"/>
                  </a:srgbClr>
                </a:gs>
              </a:gsLst>
              <a:path path="circle">
                <a:fillToRect l="50000" r="50000" t="50000" b="50000"/>
              </a:path>
            </a:gradFill>
          </p:spPr>
        </p:sp>
      </p:grpSp>
      <p:grpSp>
        <p:nvGrpSpPr>
          <p:cNvPr name="Group 12" id="12"/>
          <p:cNvGrpSpPr/>
          <p:nvPr/>
        </p:nvGrpSpPr>
        <p:grpSpPr>
          <a:xfrm rot="0">
            <a:off x="12913519" y="8810863"/>
            <a:ext cx="1485900" cy="1485662"/>
            <a:chOff x="0" y="0"/>
            <a:chExt cx="1981200" cy="1980882"/>
          </a:xfrm>
        </p:grpSpPr>
        <p:sp>
          <p:nvSpPr>
            <p:cNvPr name="Freeform 13" id="13"/>
            <p:cNvSpPr/>
            <p:nvPr/>
          </p:nvSpPr>
          <p:spPr>
            <a:xfrm flipH="false" flipV="false" rot="0">
              <a:off x="0" y="0"/>
              <a:ext cx="1981200" cy="1980946"/>
            </a:xfrm>
            <a:custGeom>
              <a:avLst/>
              <a:gdLst/>
              <a:ahLst/>
              <a:cxnLst/>
              <a:rect r="r" b="b" t="t" l="l"/>
              <a:pathLst>
                <a:path h="1980946" w="1981200">
                  <a:moveTo>
                    <a:pt x="0" y="990473"/>
                  </a:moveTo>
                  <a:cubicBezTo>
                    <a:pt x="0" y="443484"/>
                    <a:pt x="443484" y="0"/>
                    <a:pt x="990600" y="0"/>
                  </a:cubicBezTo>
                  <a:cubicBezTo>
                    <a:pt x="1537716" y="0"/>
                    <a:pt x="1981200" y="443484"/>
                    <a:pt x="1981200" y="990473"/>
                  </a:cubicBezTo>
                  <a:cubicBezTo>
                    <a:pt x="1981200" y="1537462"/>
                    <a:pt x="1537716" y="1980946"/>
                    <a:pt x="990600" y="1980946"/>
                  </a:cubicBezTo>
                  <a:cubicBezTo>
                    <a:pt x="443484" y="1980946"/>
                    <a:pt x="0" y="1537462"/>
                    <a:pt x="0" y="990473"/>
                  </a:cubicBezTo>
                  <a:close/>
                </a:path>
              </a:pathLst>
            </a:custGeom>
            <a:gradFill rotWithShape="true">
              <a:gsLst>
                <a:gs pos="0">
                  <a:srgbClr val="F7F7F7">
                    <a:alpha val="13725"/>
                  </a:srgbClr>
                </a:gs>
                <a:gs pos="36000">
                  <a:srgbClr val="F7F7F7">
                    <a:alpha val="6666"/>
                  </a:srgbClr>
                </a:gs>
                <a:gs pos="66000">
                  <a:srgbClr val="F7F7F7">
                    <a:alpha val="0"/>
                  </a:srgbClr>
                </a:gs>
                <a:gs pos="100000">
                  <a:srgbClr val="F7F7F7">
                    <a:alpha val="0"/>
                  </a:srgbClr>
                </a:gs>
              </a:gsLst>
              <a:path path="circle">
                <a:fillToRect l="50000" r="50000" t="50000" b="50000"/>
              </a:path>
            </a:gradFill>
          </p:spPr>
        </p:sp>
      </p:grpSp>
      <p:sp>
        <p:nvSpPr>
          <p:cNvPr name="Freeform 14" id="14"/>
          <p:cNvSpPr/>
          <p:nvPr/>
        </p:nvSpPr>
        <p:spPr>
          <a:xfrm flipH="false" flipV="false" rot="0">
            <a:off x="12717616" y="2273276"/>
            <a:ext cx="4987620" cy="1508972"/>
          </a:xfrm>
          <a:custGeom>
            <a:avLst/>
            <a:gdLst/>
            <a:ahLst/>
            <a:cxnLst/>
            <a:rect r="r" b="b" t="t" l="l"/>
            <a:pathLst>
              <a:path h="1508972" w="4987620">
                <a:moveTo>
                  <a:pt x="0" y="0"/>
                </a:moveTo>
                <a:lnTo>
                  <a:pt x="4987620" y="0"/>
                </a:lnTo>
                <a:lnTo>
                  <a:pt x="4987620" y="1508972"/>
                </a:lnTo>
                <a:lnTo>
                  <a:pt x="0" y="15089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688182" y="2800351"/>
            <a:ext cx="16916400" cy="6800849"/>
          </a:xfrm>
          <a:custGeom>
            <a:avLst/>
            <a:gdLst/>
            <a:ahLst/>
            <a:cxnLst/>
            <a:rect r="r" b="b" t="t" l="l"/>
            <a:pathLst>
              <a:path h="6800849" w="16916400">
                <a:moveTo>
                  <a:pt x="0" y="0"/>
                </a:moveTo>
                <a:lnTo>
                  <a:pt x="16916400" y="0"/>
                </a:lnTo>
                <a:lnTo>
                  <a:pt x="16916400" y="6800848"/>
                </a:lnTo>
                <a:lnTo>
                  <a:pt x="0" y="68008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4829" y="-2381"/>
            <a:ext cx="18288000" cy="10284619"/>
            <a:chOff x="0" y="0"/>
            <a:chExt cx="24384000" cy="13712825"/>
          </a:xfrm>
        </p:grpSpPr>
        <p:sp>
          <p:nvSpPr>
            <p:cNvPr name="Freeform 17" id="17"/>
            <p:cNvSpPr/>
            <p:nvPr/>
          </p:nvSpPr>
          <p:spPr>
            <a:xfrm flipH="false" flipV="false" rot="0">
              <a:off x="0" y="0"/>
              <a:ext cx="24384000" cy="13712825"/>
            </a:xfrm>
            <a:custGeom>
              <a:avLst/>
              <a:gdLst/>
              <a:ahLst/>
              <a:cxnLst/>
              <a:rect r="r" b="b" t="t" l="l"/>
              <a:pathLst>
                <a:path h="13712825" w="24384000">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name="Group 18" id="18"/>
          <p:cNvGrpSpPr/>
          <p:nvPr/>
        </p:nvGrpSpPr>
        <p:grpSpPr>
          <a:xfrm rot="0">
            <a:off x="15656719" y="0"/>
            <a:ext cx="1028700" cy="1714500"/>
            <a:chOff x="0" y="0"/>
            <a:chExt cx="1371600" cy="2286000"/>
          </a:xfrm>
        </p:grpSpPr>
        <p:sp>
          <p:nvSpPr>
            <p:cNvPr name="Freeform 19" id="19"/>
            <p:cNvSpPr/>
            <p:nvPr/>
          </p:nvSpPr>
          <p:spPr>
            <a:xfrm flipH="false" flipV="false" rot="0">
              <a:off x="0" y="0"/>
              <a:ext cx="1371600" cy="2286000"/>
            </a:xfrm>
            <a:custGeom>
              <a:avLst/>
              <a:gdLst/>
              <a:ahLst/>
              <a:cxnLst/>
              <a:rect r="r" b="b" t="t" l="l"/>
              <a:pathLst>
                <a:path h="2286000" w="1371600">
                  <a:moveTo>
                    <a:pt x="0" y="0"/>
                  </a:moveTo>
                  <a:lnTo>
                    <a:pt x="1371600" y="0"/>
                  </a:lnTo>
                  <a:lnTo>
                    <a:pt x="1371600" y="2286000"/>
                  </a:lnTo>
                  <a:lnTo>
                    <a:pt x="0" y="2286000"/>
                  </a:lnTo>
                  <a:close/>
                </a:path>
              </a:pathLst>
            </a:custGeom>
            <a:solidFill>
              <a:srgbClr val="ACD433"/>
            </a:solidFill>
          </p:spPr>
        </p:sp>
      </p:grpSp>
      <p:grpSp>
        <p:nvGrpSpPr>
          <p:cNvPr name="Group 20" id="20"/>
          <p:cNvGrpSpPr/>
          <p:nvPr/>
        </p:nvGrpSpPr>
        <p:grpSpPr>
          <a:xfrm rot="0">
            <a:off x="15528131" y="442912"/>
            <a:ext cx="1257300" cy="1152525"/>
            <a:chOff x="0" y="0"/>
            <a:chExt cx="1676400" cy="1536700"/>
          </a:xfrm>
        </p:grpSpPr>
        <p:sp>
          <p:nvSpPr>
            <p:cNvPr name="Freeform 21" id="21"/>
            <p:cNvSpPr/>
            <p:nvPr/>
          </p:nvSpPr>
          <p:spPr>
            <a:xfrm flipH="false" flipV="false" rot="0">
              <a:off x="0" y="0"/>
              <a:ext cx="1676400" cy="1536700"/>
            </a:xfrm>
            <a:custGeom>
              <a:avLst/>
              <a:gdLst/>
              <a:ahLst/>
              <a:cxnLst/>
              <a:rect r="r" b="b" t="t" l="l"/>
              <a:pathLst>
                <a:path h="1536700" w="1676400">
                  <a:moveTo>
                    <a:pt x="0" y="0"/>
                  </a:moveTo>
                  <a:lnTo>
                    <a:pt x="1676400" y="0"/>
                  </a:lnTo>
                  <a:lnTo>
                    <a:pt x="1676400" y="1536700"/>
                  </a:lnTo>
                  <a:lnTo>
                    <a:pt x="0" y="1536700"/>
                  </a:lnTo>
                  <a:close/>
                </a:path>
              </a:pathLst>
            </a:custGeom>
            <a:blipFill>
              <a:blip r:embed="rId8">
                <a:alphaModFix amt="0"/>
              </a:blip>
              <a:stretch>
                <a:fillRect l="-67611" t="0" r="-67611" b="0"/>
              </a:stretch>
            </a:blipFill>
          </p:spPr>
        </p:sp>
        <p:sp>
          <p:nvSpPr>
            <p:cNvPr name="TextBox 22" id="22"/>
            <p:cNvSpPr txBox="true"/>
            <p:nvPr/>
          </p:nvSpPr>
          <p:spPr>
            <a:xfrm>
              <a:off x="0" y="0"/>
              <a:ext cx="1676400" cy="1536700"/>
            </a:xfrm>
            <a:prstGeom prst="rect">
              <a:avLst/>
            </a:prstGeom>
          </p:spPr>
          <p:txBody>
            <a:bodyPr anchor="b" rtlCol="false" tIns="0" lIns="0" bIns="0" rIns="0"/>
            <a:lstStyle/>
            <a:p>
              <a:pPr algn="ctr">
                <a:lnSpc>
                  <a:spcPts val="5040"/>
                </a:lnSpc>
              </a:pPr>
              <a:r>
                <a:rPr lang="en-US" sz="4200">
                  <a:solidFill>
                    <a:srgbClr val="FFFFFF"/>
                  </a:solidFill>
                  <a:latin typeface="Century Gothic Paneuropean"/>
                  <a:ea typeface="Century Gothic Paneuropean"/>
                  <a:cs typeface="Century Gothic Paneuropean"/>
                  <a:sym typeface="Century Gothic Paneuropean"/>
                </a:rPr>
                <a:t>5</a:t>
              </a:r>
            </a:p>
          </p:txBody>
        </p:sp>
      </p:grpSp>
      <p:sp>
        <p:nvSpPr>
          <p:cNvPr name="Freeform 23" id="23"/>
          <p:cNvSpPr/>
          <p:nvPr/>
        </p:nvSpPr>
        <p:spPr>
          <a:xfrm flipH="false" flipV="false" rot="0">
            <a:off x="740835" y="770563"/>
            <a:ext cx="3081147" cy="2040045"/>
          </a:xfrm>
          <a:custGeom>
            <a:avLst/>
            <a:gdLst/>
            <a:ahLst/>
            <a:cxnLst/>
            <a:rect r="r" b="b" t="t" l="l"/>
            <a:pathLst>
              <a:path h="2040045" w="3081147">
                <a:moveTo>
                  <a:pt x="0" y="0"/>
                </a:moveTo>
                <a:lnTo>
                  <a:pt x="3081147" y="0"/>
                </a:lnTo>
                <a:lnTo>
                  <a:pt x="3081147" y="2040045"/>
                </a:lnTo>
                <a:lnTo>
                  <a:pt x="0" y="2040045"/>
                </a:lnTo>
                <a:lnTo>
                  <a:pt x="0" y="0"/>
                </a:lnTo>
                <a:close/>
              </a:path>
            </a:pathLst>
          </a:custGeom>
          <a:blipFill>
            <a:blip r:embed="rId9"/>
            <a:stretch>
              <a:fillRect l="0" t="0" r="0" b="-6931"/>
            </a:stretch>
          </a:blipFill>
        </p:spPr>
      </p:sp>
      <p:sp>
        <p:nvSpPr>
          <p:cNvPr name="TextBox 24" id="24"/>
          <p:cNvSpPr txBox="true"/>
          <p:nvPr/>
        </p:nvSpPr>
        <p:spPr>
          <a:xfrm rot="0">
            <a:off x="5478413" y="9572624"/>
            <a:ext cx="6989474" cy="438150"/>
          </a:xfrm>
          <a:prstGeom prst="rect">
            <a:avLst/>
          </a:prstGeom>
        </p:spPr>
        <p:txBody>
          <a:bodyPr anchor="t" rtlCol="false" tIns="0" lIns="0" bIns="0" rIns="0">
            <a:spAutoFit/>
          </a:bodyPr>
          <a:lstStyle/>
          <a:p>
            <a:pPr algn="ctr">
              <a:lnSpc>
                <a:spcPts val="3240"/>
              </a:lnSpc>
            </a:pPr>
            <a:r>
              <a:rPr lang="en-US" sz="2700">
                <a:solidFill>
                  <a:srgbClr val="000000"/>
                </a:solidFill>
                <a:latin typeface="Bodoni FLF"/>
                <a:ea typeface="Bodoni FLF"/>
                <a:cs typeface="Bodoni FLF"/>
                <a:sym typeface="Bodoni FLF"/>
              </a:rPr>
              <a:t>Electronics and communications</a:t>
            </a:r>
          </a:p>
        </p:txBody>
      </p:sp>
      <p:sp>
        <p:nvSpPr>
          <p:cNvPr name="TextBox 25" id="25"/>
          <p:cNvSpPr txBox="true"/>
          <p:nvPr/>
        </p:nvSpPr>
        <p:spPr>
          <a:xfrm rot="0">
            <a:off x="740835" y="3972468"/>
            <a:ext cx="6624923" cy="942975"/>
          </a:xfrm>
          <a:prstGeom prst="rect">
            <a:avLst/>
          </a:prstGeom>
        </p:spPr>
        <p:txBody>
          <a:bodyPr anchor="t" rtlCol="false" tIns="0" lIns="0" bIns="0" rIns="0">
            <a:spAutoFit/>
          </a:bodyPr>
          <a:lstStyle/>
          <a:p>
            <a:pPr algn="ctr">
              <a:lnSpc>
                <a:spcPts val="3600"/>
              </a:lnSpc>
              <a:spcBef>
                <a:spcPct val="0"/>
              </a:spcBef>
            </a:pPr>
            <a:r>
              <a:rPr lang="en-US" b="true" sz="3000">
                <a:solidFill>
                  <a:srgbClr val="000000"/>
                </a:solidFill>
                <a:latin typeface="Times New Roman Bold"/>
                <a:ea typeface="Times New Roman Bold"/>
                <a:cs typeface="Times New Roman Bold"/>
                <a:sym typeface="Times New Roman Bold"/>
              </a:rPr>
              <a:t>Project Implementation Methodology</a:t>
            </a:r>
          </a:p>
          <a:p>
            <a:pPr algn="ctr">
              <a:lnSpc>
                <a:spcPts val="3600"/>
              </a:lnSpc>
              <a:spcBef>
                <a:spcPct val="0"/>
              </a:spcBef>
            </a:pPr>
          </a:p>
        </p:txBody>
      </p:sp>
      <p:sp>
        <p:nvSpPr>
          <p:cNvPr name="TextBox 26" id="26"/>
          <p:cNvSpPr txBox="true"/>
          <p:nvPr/>
        </p:nvSpPr>
        <p:spPr>
          <a:xfrm rot="0">
            <a:off x="1293494" y="5308499"/>
            <a:ext cx="3100239" cy="438150"/>
          </a:xfrm>
          <a:prstGeom prst="rect">
            <a:avLst/>
          </a:prstGeom>
        </p:spPr>
        <p:txBody>
          <a:bodyPr anchor="t" rtlCol="false" tIns="0" lIns="0" bIns="0" rIns="0">
            <a:spAutoFit/>
          </a:bodyPr>
          <a:lstStyle/>
          <a:p>
            <a:pPr algn="ctr">
              <a:lnSpc>
                <a:spcPts val="3240"/>
              </a:lnSpc>
              <a:spcBef>
                <a:spcPct val="0"/>
              </a:spcBef>
            </a:pPr>
            <a:r>
              <a:rPr lang="en-US" b="true" sz="2700">
                <a:solidFill>
                  <a:srgbClr val="000000"/>
                </a:solidFill>
                <a:latin typeface="Bodoni FLF Bold"/>
                <a:ea typeface="Bodoni FLF Bold"/>
                <a:cs typeface="Bodoni FLF Bold"/>
                <a:sym typeface="Bodoni FLF Bold"/>
              </a:rPr>
              <a:t>Hardware assembly </a:t>
            </a:r>
          </a:p>
        </p:txBody>
      </p:sp>
      <p:sp>
        <p:nvSpPr>
          <p:cNvPr name="TextBox 27" id="27"/>
          <p:cNvSpPr txBox="true"/>
          <p:nvPr/>
        </p:nvSpPr>
        <p:spPr>
          <a:xfrm rot="0">
            <a:off x="5478413" y="5308499"/>
            <a:ext cx="2863974" cy="438150"/>
          </a:xfrm>
          <a:prstGeom prst="rect">
            <a:avLst/>
          </a:prstGeom>
        </p:spPr>
        <p:txBody>
          <a:bodyPr anchor="t" rtlCol="false" tIns="0" lIns="0" bIns="0" rIns="0">
            <a:spAutoFit/>
          </a:bodyPr>
          <a:lstStyle/>
          <a:p>
            <a:pPr algn="ctr">
              <a:lnSpc>
                <a:spcPts val="3240"/>
              </a:lnSpc>
              <a:spcBef>
                <a:spcPct val="0"/>
              </a:spcBef>
            </a:pPr>
            <a:r>
              <a:rPr lang="en-US" b="true" sz="2700">
                <a:solidFill>
                  <a:srgbClr val="000000"/>
                </a:solidFill>
                <a:latin typeface="Bodoni FLF Bold"/>
                <a:ea typeface="Bodoni FLF Bold"/>
                <a:cs typeface="Bodoni FLF Bold"/>
                <a:sym typeface="Bodoni FLF Bold"/>
              </a:rPr>
              <a:t>Circ</a:t>
            </a:r>
            <a:r>
              <a:rPr lang="en-US" b="true" sz="2700">
                <a:solidFill>
                  <a:srgbClr val="000000"/>
                </a:solidFill>
                <a:latin typeface="Bodoni FLF Bold"/>
                <a:ea typeface="Bodoni FLF Bold"/>
                <a:cs typeface="Bodoni FLF Bold"/>
                <a:sym typeface="Bodoni FLF Bold"/>
              </a:rPr>
              <a:t>uit Integration</a:t>
            </a:r>
          </a:p>
        </p:txBody>
      </p:sp>
      <p:sp>
        <p:nvSpPr>
          <p:cNvPr name="TextBox 28" id="28"/>
          <p:cNvSpPr txBox="true"/>
          <p:nvPr/>
        </p:nvSpPr>
        <p:spPr>
          <a:xfrm rot="0">
            <a:off x="10175205" y="5308499"/>
            <a:ext cx="1433736" cy="847725"/>
          </a:xfrm>
          <a:prstGeom prst="rect">
            <a:avLst/>
          </a:prstGeom>
        </p:spPr>
        <p:txBody>
          <a:bodyPr anchor="t" rtlCol="false" tIns="0" lIns="0" bIns="0" rIns="0">
            <a:spAutoFit/>
          </a:bodyPr>
          <a:lstStyle/>
          <a:p>
            <a:pPr algn="ctr">
              <a:lnSpc>
                <a:spcPts val="3240"/>
              </a:lnSpc>
              <a:spcBef>
                <a:spcPct val="0"/>
              </a:spcBef>
            </a:pPr>
            <a:r>
              <a:rPr lang="en-US" b="true" sz="2700">
                <a:solidFill>
                  <a:srgbClr val="000000"/>
                </a:solidFill>
                <a:latin typeface="Bodoni FLF Bold"/>
                <a:ea typeface="Bodoni FLF Bold"/>
                <a:cs typeface="Bodoni FLF Bold"/>
                <a:sym typeface="Bodoni FLF Bold"/>
              </a:rPr>
              <a:t>Logic</a:t>
            </a:r>
            <a:r>
              <a:rPr lang="en-US" b="true" sz="2700">
                <a:solidFill>
                  <a:srgbClr val="000000"/>
                </a:solidFill>
                <a:latin typeface="Bodoni FLF Bold"/>
                <a:ea typeface="Bodoni FLF Bold"/>
                <a:cs typeface="Bodoni FLF Bold"/>
                <a:sym typeface="Bodoni FLF Bold"/>
              </a:rPr>
              <a:t> Dev</a:t>
            </a:r>
          </a:p>
          <a:p>
            <a:pPr algn="ctr">
              <a:lnSpc>
                <a:spcPts val="3240"/>
              </a:lnSpc>
              <a:spcBef>
                <a:spcPct val="0"/>
              </a:spcBef>
            </a:pPr>
          </a:p>
        </p:txBody>
      </p:sp>
      <p:sp>
        <p:nvSpPr>
          <p:cNvPr name="TextBox 29" id="29"/>
          <p:cNvSpPr txBox="true"/>
          <p:nvPr/>
        </p:nvSpPr>
        <p:spPr>
          <a:xfrm rot="0">
            <a:off x="14426952" y="5308499"/>
            <a:ext cx="1097682" cy="847725"/>
          </a:xfrm>
          <a:prstGeom prst="rect">
            <a:avLst/>
          </a:prstGeom>
        </p:spPr>
        <p:txBody>
          <a:bodyPr anchor="t" rtlCol="false" tIns="0" lIns="0" bIns="0" rIns="0">
            <a:spAutoFit/>
          </a:bodyPr>
          <a:lstStyle/>
          <a:p>
            <a:pPr algn="ctr">
              <a:lnSpc>
                <a:spcPts val="3240"/>
              </a:lnSpc>
              <a:spcBef>
                <a:spcPct val="0"/>
              </a:spcBef>
            </a:pPr>
            <a:r>
              <a:rPr lang="en-US" b="true" sz="2700">
                <a:solidFill>
                  <a:srgbClr val="000000"/>
                </a:solidFill>
                <a:latin typeface="Bodoni FLF Bold"/>
                <a:ea typeface="Bodoni FLF Bold"/>
                <a:cs typeface="Bodoni FLF Bold"/>
                <a:sym typeface="Bodoni FLF Bold"/>
              </a:rPr>
              <a:t>T</a:t>
            </a:r>
            <a:r>
              <a:rPr lang="en-US" b="true" sz="2700">
                <a:solidFill>
                  <a:srgbClr val="000000"/>
                </a:solidFill>
                <a:latin typeface="Bodoni FLF Bold"/>
                <a:ea typeface="Bodoni FLF Bold"/>
                <a:cs typeface="Bodoni FLF Bold"/>
                <a:sym typeface="Bodoni FLF Bold"/>
              </a:rPr>
              <a:t>esting</a:t>
            </a:r>
          </a:p>
          <a:p>
            <a:pPr algn="ctr">
              <a:lnSpc>
                <a:spcPts val="3240"/>
              </a:lnSpc>
              <a:spcBef>
                <a:spcPct val="0"/>
              </a:spcBef>
            </a:pPr>
          </a:p>
        </p:txBody>
      </p:sp>
      <p:sp>
        <p:nvSpPr>
          <p:cNvPr name="TextBox 30" id="30"/>
          <p:cNvSpPr txBox="true"/>
          <p:nvPr/>
        </p:nvSpPr>
        <p:spPr>
          <a:xfrm rot="0">
            <a:off x="990901" y="6172200"/>
            <a:ext cx="3705425" cy="1666875"/>
          </a:xfrm>
          <a:prstGeom prst="rect">
            <a:avLst/>
          </a:prstGeom>
        </p:spPr>
        <p:txBody>
          <a:bodyPr anchor="t" rtlCol="false" tIns="0" lIns="0" bIns="0" rIns="0">
            <a:spAutoFit/>
          </a:bodyPr>
          <a:lstStyle/>
          <a:p>
            <a:pPr algn="ctr">
              <a:lnSpc>
                <a:spcPts val="3240"/>
              </a:lnSpc>
              <a:spcBef>
                <a:spcPct val="0"/>
              </a:spcBef>
            </a:pPr>
            <a:r>
              <a:rPr lang="en-US" sz="2700">
                <a:solidFill>
                  <a:srgbClr val="000000"/>
                </a:solidFill>
                <a:latin typeface="Bodoni FLF"/>
                <a:ea typeface="Bodoni FLF"/>
                <a:cs typeface="Bodoni FLF"/>
                <a:sym typeface="Bodoni FLF"/>
              </a:rPr>
              <a:t>Chassis</a:t>
            </a:r>
            <a:r>
              <a:rPr lang="en-US" b="true" sz="2700">
                <a:solidFill>
                  <a:srgbClr val="000000"/>
                </a:solidFill>
                <a:latin typeface="Bodoni FLF"/>
                <a:ea typeface="Bodoni FLF"/>
                <a:cs typeface="Bodoni FLF"/>
                <a:sym typeface="Bodoni FLF"/>
              </a:rPr>
              <a:t> fabrication and integration of the vacuum suction chamber using a high-RPM DC axial fan.</a:t>
            </a:r>
          </a:p>
        </p:txBody>
      </p:sp>
      <p:sp>
        <p:nvSpPr>
          <p:cNvPr name="TextBox 31" id="31"/>
          <p:cNvSpPr txBox="true"/>
          <p:nvPr/>
        </p:nvSpPr>
        <p:spPr>
          <a:xfrm rot="0">
            <a:off x="5057687" y="6172200"/>
            <a:ext cx="3705425" cy="2076450"/>
          </a:xfrm>
          <a:prstGeom prst="rect">
            <a:avLst/>
          </a:prstGeom>
        </p:spPr>
        <p:txBody>
          <a:bodyPr anchor="t" rtlCol="false" tIns="0" lIns="0" bIns="0" rIns="0">
            <a:spAutoFit/>
          </a:bodyPr>
          <a:lstStyle/>
          <a:p>
            <a:pPr algn="ctr">
              <a:lnSpc>
                <a:spcPts val="3240"/>
              </a:lnSpc>
              <a:spcBef>
                <a:spcPct val="0"/>
              </a:spcBef>
            </a:pPr>
            <a:r>
              <a:rPr lang="en-US" sz="2700">
                <a:solidFill>
                  <a:srgbClr val="000000"/>
                </a:solidFill>
                <a:latin typeface="Bodoni FLF"/>
                <a:ea typeface="Bodoni FLF"/>
                <a:cs typeface="Bodoni FLF"/>
                <a:sym typeface="Bodoni FLF"/>
              </a:rPr>
              <a:t>Wi</a:t>
            </a:r>
            <a:r>
              <a:rPr lang="en-US" b="true" sz="2700">
                <a:solidFill>
                  <a:srgbClr val="000000"/>
                </a:solidFill>
                <a:latin typeface="Bodoni FLF"/>
                <a:ea typeface="Bodoni FLF"/>
                <a:cs typeface="Bodoni FLF"/>
                <a:sym typeface="Bodoni FLF"/>
              </a:rPr>
              <a:t>ring the Arduino with the Motor Shield and calibrating power distribution across components.</a:t>
            </a:r>
          </a:p>
        </p:txBody>
      </p:sp>
      <p:sp>
        <p:nvSpPr>
          <p:cNvPr name="TextBox 32" id="32"/>
          <p:cNvSpPr txBox="true"/>
          <p:nvPr/>
        </p:nvSpPr>
        <p:spPr>
          <a:xfrm rot="0">
            <a:off x="9124473" y="6172200"/>
            <a:ext cx="3705425" cy="2076450"/>
          </a:xfrm>
          <a:prstGeom prst="rect">
            <a:avLst/>
          </a:prstGeom>
        </p:spPr>
        <p:txBody>
          <a:bodyPr anchor="t" rtlCol="false" tIns="0" lIns="0" bIns="0" rIns="0">
            <a:spAutoFit/>
          </a:bodyPr>
          <a:lstStyle/>
          <a:p>
            <a:pPr algn="ctr">
              <a:lnSpc>
                <a:spcPts val="3240"/>
              </a:lnSpc>
              <a:spcBef>
                <a:spcPct val="0"/>
              </a:spcBef>
            </a:pPr>
            <a:r>
              <a:rPr lang="en-US" sz="2700">
                <a:solidFill>
                  <a:srgbClr val="000000"/>
                </a:solidFill>
                <a:latin typeface="Bodoni FLF"/>
                <a:ea typeface="Bodoni FLF"/>
                <a:cs typeface="Bodoni FLF"/>
                <a:sym typeface="Bodoni FLF"/>
              </a:rPr>
              <a:t>Development of the</a:t>
            </a:r>
            <a:r>
              <a:rPr lang="en-US" b="true" sz="2700">
                <a:solidFill>
                  <a:srgbClr val="000000"/>
                </a:solidFill>
                <a:latin typeface="Bodoni FLF"/>
                <a:ea typeface="Bodoni FLF"/>
                <a:cs typeface="Bodoni FLF"/>
                <a:sym typeface="Bodoni FLF"/>
              </a:rPr>
              <a:t> 'Scan &amp; Turn' algorithm for seamless indoor navigation and obstacle mapping.</a:t>
            </a:r>
          </a:p>
        </p:txBody>
      </p:sp>
      <p:sp>
        <p:nvSpPr>
          <p:cNvPr name="TextBox 33" id="33"/>
          <p:cNvSpPr txBox="true"/>
          <p:nvPr/>
        </p:nvSpPr>
        <p:spPr>
          <a:xfrm rot="0">
            <a:off x="13191259" y="6172200"/>
            <a:ext cx="3705425" cy="1666875"/>
          </a:xfrm>
          <a:prstGeom prst="rect">
            <a:avLst/>
          </a:prstGeom>
        </p:spPr>
        <p:txBody>
          <a:bodyPr anchor="t" rtlCol="false" tIns="0" lIns="0" bIns="0" rIns="0">
            <a:spAutoFit/>
          </a:bodyPr>
          <a:lstStyle/>
          <a:p>
            <a:pPr algn="ctr">
              <a:lnSpc>
                <a:spcPts val="3240"/>
              </a:lnSpc>
              <a:spcBef>
                <a:spcPct val="0"/>
              </a:spcBef>
            </a:pPr>
            <a:r>
              <a:rPr lang="en-US" sz="2700">
                <a:solidFill>
                  <a:srgbClr val="000000"/>
                </a:solidFill>
                <a:latin typeface="Bodoni FLF"/>
                <a:ea typeface="Bodoni FLF"/>
                <a:cs typeface="Bodoni FLF"/>
                <a:sym typeface="Bodoni FLF"/>
              </a:rPr>
              <a:t>Stress-testing suction</a:t>
            </a:r>
            <a:r>
              <a:rPr lang="en-US" b="true" sz="2700">
                <a:solidFill>
                  <a:srgbClr val="000000"/>
                </a:solidFill>
                <a:latin typeface="Bodoni FLF"/>
                <a:ea typeface="Bodoni FLF"/>
                <a:cs typeface="Bodoni FLF"/>
                <a:sym typeface="Bodoni FLF"/>
              </a:rPr>
              <a:t> efficiency and autonomous hatch logic for waste disposal.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181"/>
            <a:ext cx="18288000" cy="10285371"/>
            <a:chOff x="0" y="0"/>
            <a:chExt cx="24384000" cy="13713828"/>
          </a:xfrm>
        </p:grpSpPr>
        <p:sp>
          <p:nvSpPr>
            <p:cNvPr name="Freeform 3" id="3"/>
            <p:cNvSpPr/>
            <p:nvPr/>
          </p:nvSpPr>
          <p:spPr>
            <a:xfrm flipH="false" flipV="false" rot="0">
              <a:off x="0" y="0"/>
              <a:ext cx="24384000" cy="13713840"/>
            </a:xfrm>
            <a:custGeom>
              <a:avLst/>
              <a:gdLst/>
              <a:ahLst/>
              <a:cxnLst/>
              <a:rect r="r" b="b" t="t" l="l"/>
              <a:pathLst>
                <a:path h="13713840" w="24384000">
                  <a:moveTo>
                    <a:pt x="0" y="0"/>
                  </a:moveTo>
                  <a:lnTo>
                    <a:pt x="24384000" y="0"/>
                  </a:lnTo>
                  <a:lnTo>
                    <a:pt x="24384000" y="13713840"/>
                  </a:lnTo>
                  <a:lnTo>
                    <a:pt x="0" y="13713840"/>
                  </a:lnTo>
                  <a:close/>
                </a:path>
              </a:pathLst>
            </a:custGeom>
            <a:blipFill>
              <a:blip r:embed="rId3"/>
              <a:stretch>
                <a:fillRect l="0" t="-7" r="0" b="-7"/>
              </a:stretch>
            </a:blipFill>
          </p:spPr>
        </p:sp>
      </p:grpSp>
      <p:grpSp>
        <p:nvGrpSpPr>
          <p:cNvPr name="Group 4" id="4"/>
          <p:cNvGrpSpPr/>
          <p:nvPr/>
        </p:nvGrpSpPr>
        <p:grpSpPr>
          <a:xfrm rot="0">
            <a:off x="4829" y="4001043"/>
            <a:ext cx="6286500" cy="6285500"/>
            <a:chOff x="0" y="0"/>
            <a:chExt cx="8382000" cy="8380666"/>
          </a:xfrm>
        </p:grpSpPr>
        <p:sp>
          <p:nvSpPr>
            <p:cNvPr name="Freeform 5" id="5"/>
            <p:cNvSpPr/>
            <p:nvPr/>
          </p:nvSpPr>
          <p:spPr>
            <a:xfrm flipH="false" flipV="false" rot="0">
              <a:off x="0" y="0"/>
              <a:ext cx="8382000" cy="8380730"/>
            </a:xfrm>
            <a:custGeom>
              <a:avLst/>
              <a:gdLst/>
              <a:ahLst/>
              <a:cxnLst/>
              <a:rect r="r" b="b" t="t" l="l"/>
              <a:pathLst>
                <a:path h="8380730" w="8382000">
                  <a:moveTo>
                    <a:pt x="0" y="4190365"/>
                  </a:moveTo>
                  <a:cubicBezTo>
                    <a:pt x="0" y="1876044"/>
                    <a:pt x="1876425" y="0"/>
                    <a:pt x="4191000" y="0"/>
                  </a:cubicBezTo>
                  <a:cubicBezTo>
                    <a:pt x="6505575" y="0"/>
                    <a:pt x="8382000" y="1876044"/>
                    <a:pt x="8382000" y="4190365"/>
                  </a:cubicBezTo>
                  <a:cubicBezTo>
                    <a:pt x="8382000" y="6504687"/>
                    <a:pt x="6505575" y="8380730"/>
                    <a:pt x="4191000" y="8380730"/>
                  </a:cubicBezTo>
                  <a:cubicBezTo>
                    <a:pt x="1876425" y="8380730"/>
                    <a:pt x="0" y="6504559"/>
                    <a:pt x="0" y="4190365"/>
                  </a:cubicBezTo>
                  <a:close/>
                </a:path>
              </a:pathLst>
            </a:custGeom>
            <a:gradFill rotWithShape="true">
              <a:gsLst>
                <a:gs pos="0">
                  <a:srgbClr val="F7F7F7">
                    <a:alpha val="10980"/>
                  </a:srgbClr>
                </a:gs>
                <a:gs pos="36000">
                  <a:srgbClr val="F7F7F7">
                    <a:alpha val="9803"/>
                  </a:srgbClr>
                </a:gs>
                <a:gs pos="75000">
                  <a:srgbClr val="F7F7F7">
                    <a:alpha val="0"/>
                  </a:srgbClr>
                </a:gs>
                <a:gs pos="100000">
                  <a:srgbClr val="F7F7F7">
                    <a:alpha val="0"/>
                  </a:srgbClr>
                </a:gs>
              </a:gsLst>
              <a:path path="circle">
                <a:fillToRect l="50000" r="50000" t="50000" b="50000"/>
              </a:path>
            </a:gradFill>
          </p:spPr>
        </p:sp>
      </p:grpSp>
      <p:grpSp>
        <p:nvGrpSpPr>
          <p:cNvPr name="Group 6" id="6"/>
          <p:cNvGrpSpPr/>
          <p:nvPr/>
        </p:nvGrpSpPr>
        <p:grpSpPr>
          <a:xfrm rot="0">
            <a:off x="2629" y="4343886"/>
            <a:ext cx="3543300" cy="3542738"/>
            <a:chOff x="0" y="0"/>
            <a:chExt cx="4724400" cy="4723651"/>
          </a:xfrm>
        </p:grpSpPr>
        <p:sp>
          <p:nvSpPr>
            <p:cNvPr name="Freeform 7" id="7"/>
            <p:cNvSpPr/>
            <p:nvPr/>
          </p:nvSpPr>
          <p:spPr>
            <a:xfrm flipH="false" flipV="false" rot="0">
              <a:off x="0" y="0"/>
              <a:ext cx="4724400" cy="4723638"/>
            </a:xfrm>
            <a:custGeom>
              <a:avLst/>
              <a:gdLst/>
              <a:ahLst/>
              <a:cxnLst/>
              <a:rect r="r" b="b" t="t" l="l"/>
              <a:pathLst>
                <a:path h="4723638" w="4724400">
                  <a:moveTo>
                    <a:pt x="0" y="2361819"/>
                  </a:moveTo>
                  <a:cubicBezTo>
                    <a:pt x="0" y="1057402"/>
                    <a:pt x="1057656" y="0"/>
                    <a:pt x="2362200" y="0"/>
                  </a:cubicBezTo>
                  <a:cubicBezTo>
                    <a:pt x="3666744" y="0"/>
                    <a:pt x="4724400" y="1057402"/>
                    <a:pt x="4724400" y="2361819"/>
                  </a:cubicBezTo>
                  <a:cubicBezTo>
                    <a:pt x="4724400" y="3666236"/>
                    <a:pt x="3666744" y="4723638"/>
                    <a:pt x="2362200" y="4723638"/>
                  </a:cubicBezTo>
                  <a:cubicBezTo>
                    <a:pt x="1057656" y="4723638"/>
                    <a:pt x="0" y="3666236"/>
                    <a:pt x="0" y="2361819"/>
                  </a:cubicBezTo>
                  <a:close/>
                </a:path>
              </a:pathLst>
            </a:custGeom>
            <a:gradFill rotWithShape="true">
              <a:gsLst>
                <a:gs pos="0">
                  <a:srgbClr val="F7F7F7">
                    <a:alpha val="7843"/>
                  </a:srgbClr>
                </a:gs>
                <a:gs pos="36000">
                  <a:srgbClr val="F7F7F7">
                    <a:alpha val="7843"/>
                  </a:srgbClr>
                </a:gs>
                <a:gs pos="72000">
                  <a:srgbClr val="F7F7F7">
                    <a:alpha val="0"/>
                  </a:srgbClr>
                </a:gs>
                <a:gs pos="100000">
                  <a:srgbClr val="F7F7F7">
                    <a:alpha val="0"/>
                  </a:srgbClr>
                </a:gs>
              </a:gsLst>
              <a:path path="circle">
                <a:fillToRect l="50000" r="50000" t="50000" b="50000"/>
              </a:path>
            </a:gradFill>
          </p:spPr>
        </p:sp>
      </p:grpSp>
      <p:grpSp>
        <p:nvGrpSpPr>
          <p:cNvPr name="Group 8" id="8"/>
          <p:cNvGrpSpPr/>
          <p:nvPr/>
        </p:nvGrpSpPr>
        <p:grpSpPr>
          <a:xfrm rot="0">
            <a:off x="12913519" y="2515381"/>
            <a:ext cx="4229100" cy="4228433"/>
            <a:chOff x="0" y="0"/>
            <a:chExt cx="5638800" cy="5637911"/>
          </a:xfrm>
        </p:grpSpPr>
        <p:sp>
          <p:nvSpPr>
            <p:cNvPr name="Freeform 9" id="9"/>
            <p:cNvSpPr/>
            <p:nvPr/>
          </p:nvSpPr>
          <p:spPr>
            <a:xfrm flipH="false" flipV="false" rot="0">
              <a:off x="0" y="0"/>
              <a:ext cx="5638800" cy="5637911"/>
            </a:xfrm>
            <a:custGeom>
              <a:avLst/>
              <a:gdLst/>
              <a:ahLst/>
              <a:cxnLst/>
              <a:rect r="r" b="b" t="t" l="l"/>
              <a:pathLst>
                <a:path h="5637911" w="5638800">
                  <a:moveTo>
                    <a:pt x="0" y="2818892"/>
                  </a:moveTo>
                  <a:cubicBezTo>
                    <a:pt x="0" y="1262126"/>
                    <a:pt x="1262253" y="0"/>
                    <a:pt x="2819400" y="0"/>
                  </a:cubicBezTo>
                  <a:cubicBezTo>
                    <a:pt x="4376547" y="0"/>
                    <a:pt x="5638800" y="1262126"/>
                    <a:pt x="5638800" y="2818892"/>
                  </a:cubicBezTo>
                  <a:cubicBezTo>
                    <a:pt x="5638800" y="4375658"/>
                    <a:pt x="4376547" y="5637911"/>
                    <a:pt x="2819400" y="5637911"/>
                  </a:cubicBezTo>
                  <a:cubicBezTo>
                    <a:pt x="1262253" y="5637911"/>
                    <a:pt x="0" y="4375785"/>
                    <a:pt x="0" y="2818892"/>
                  </a:cubicBezTo>
                  <a:close/>
                </a:path>
              </a:pathLst>
            </a:custGeom>
            <a:gradFill rotWithShape="true">
              <a:gsLst>
                <a:gs pos="0">
                  <a:srgbClr val="F7F7F7">
                    <a:alpha val="6666"/>
                  </a:srgbClr>
                </a:gs>
                <a:gs pos="36000">
                  <a:srgbClr val="F7F7F7">
                    <a:alpha val="5882"/>
                  </a:srgbClr>
                </a:gs>
                <a:gs pos="69000">
                  <a:srgbClr val="F7F7F7">
                    <a:alpha val="0"/>
                  </a:srgbClr>
                </a:gs>
                <a:gs pos="100000">
                  <a:srgbClr val="F7F7F7">
                    <a:alpha val="0"/>
                  </a:srgbClr>
                </a:gs>
              </a:gsLst>
              <a:path path="circle">
                <a:fillToRect l="50000" r="50000" t="50000" b="50000"/>
              </a:path>
            </a:gradFill>
          </p:spPr>
        </p:sp>
      </p:grpSp>
      <p:grpSp>
        <p:nvGrpSpPr>
          <p:cNvPr name="Group 10" id="10"/>
          <p:cNvGrpSpPr/>
          <p:nvPr/>
        </p:nvGrpSpPr>
        <p:grpSpPr>
          <a:xfrm rot="0">
            <a:off x="11999119" y="-2381"/>
            <a:ext cx="2400300" cy="2399919"/>
            <a:chOff x="0" y="0"/>
            <a:chExt cx="3200400" cy="3199892"/>
          </a:xfrm>
        </p:grpSpPr>
        <p:sp>
          <p:nvSpPr>
            <p:cNvPr name="Freeform 11" id="11"/>
            <p:cNvSpPr/>
            <p:nvPr/>
          </p:nvSpPr>
          <p:spPr>
            <a:xfrm flipH="false" flipV="false" rot="0">
              <a:off x="0" y="0"/>
              <a:ext cx="3200400" cy="3199892"/>
            </a:xfrm>
            <a:custGeom>
              <a:avLst/>
              <a:gdLst/>
              <a:ahLst/>
              <a:cxnLst/>
              <a:rect r="r" b="b" t="t" l="l"/>
              <a:pathLst>
                <a:path h="3199892" w="3200400">
                  <a:moveTo>
                    <a:pt x="0" y="1599946"/>
                  </a:moveTo>
                  <a:cubicBezTo>
                    <a:pt x="0" y="716280"/>
                    <a:pt x="716407" y="0"/>
                    <a:pt x="1600200" y="0"/>
                  </a:cubicBezTo>
                  <a:cubicBezTo>
                    <a:pt x="2483993" y="0"/>
                    <a:pt x="3200400" y="716280"/>
                    <a:pt x="3200400" y="1599946"/>
                  </a:cubicBezTo>
                  <a:cubicBezTo>
                    <a:pt x="3200400" y="2483612"/>
                    <a:pt x="2483993" y="3199892"/>
                    <a:pt x="1600200" y="3199892"/>
                  </a:cubicBezTo>
                  <a:cubicBezTo>
                    <a:pt x="716407" y="3199892"/>
                    <a:pt x="0" y="2483612"/>
                    <a:pt x="0" y="1599946"/>
                  </a:cubicBezTo>
                  <a:close/>
                </a:path>
              </a:pathLst>
            </a:custGeom>
            <a:gradFill rotWithShape="true">
              <a:gsLst>
                <a:gs pos="0">
                  <a:srgbClr val="F7F7F7">
                    <a:alpha val="13725"/>
                  </a:srgbClr>
                </a:gs>
                <a:gs pos="36000">
                  <a:srgbClr val="F7F7F7">
                    <a:alpha val="6666"/>
                  </a:srgbClr>
                </a:gs>
                <a:gs pos="73000">
                  <a:srgbClr val="F7F7F7">
                    <a:alpha val="0"/>
                  </a:srgbClr>
                </a:gs>
                <a:gs pos="100000">
                  <a:srgbClr val="F7F7F7">
                    <a:alpha val="0"/>
                  </a:srgbClr>
                </a:gs>
              </a:gsLst>
              <a:path path="circle">
                <a:fillToRect l="50000" r="50000" t="50000" b="50000"/>
              </a:path>
            </a:gradFill>
          </p:spPr>
        </p:sp>
      </p:grpSp>
      <p:grpSp>
        <p:nvGrpSpPr>
          <p:cNvPr name="Group 12" id="12"/>
          <p:cNvGrpSpPr/>
          <p:nvPr/>
        </p:nvGrpSpPr>
        <p:grpSpPr>
          <a:xfrm rot="0">
            <a:off x="12913519" y="8810863"/>
            <a:ext cx="1485900" cy="1485662"/>
            <a:chOff x="0" y="0"/>
            <a:chExt cx="1981200" cy="1980882"/>
          </a:xfrm>
        </p:grpSpPr>
        <p:sp>
          <p:nvSpPr>
            <p:cNvPr name="Freeform 13" id="13"/>
            <p:cNvSpPr/>
            <p:nvPr/>
          </p:nvSpPr>
          <p:spPr>
            <a:xfrm flipH="false" flipV="false" rot="0">
              <a:off x="0" y="0"/>
              <a:ext cx="1981200" cy="1980946"/>
            </a:xfrm>
            <a:custGeom>
              <a:avLst/>
              <a:gdLst/>
              <a:ahLst/>
              <a:cxnLst/>
              <a:rect r="r" b="b" t="t" l="l"/>
              <a:pathLst>
                <a:path h="1980946" w="1981200">
                  <a:moveTo>
                    <a:pt x="0" y="990473"/>
                  </a:moveTo>
                  <a:cubicBezTo>
                    <a:pt x="0" y="443484"/>
                    <a:pt x="443484" y="0"/>
                    <a:pt x="990600" y="0"/>
                  </a:cubicBezTo>
                  <a:cubicBezTo>
                    <a:pt x="1537716" y="0"/>
                    <a:pt x="1981200" y="443484"/>
                    <a:pt x="1981200" y="990473"/>
                  </a:cubicBezTo>
                  <a:cubicBezTo>
                    <a:pt x="1981200" y="1537462"/>
                    <a:pt x="1537716" y="1980946"/>
                    <a:pt x="990600" y="1980946"/>
                  </a:cubicBezTo>
                  <a:cubicBezTo>
                    <a:pt x="443484" y="1980946"/>
                    <a:pt x="0" y="1537462"/>
                    <a:pt x="0" y="990473"/>
                  </a:cubicBezTo>
                  <a:close/>
                </a:path>
              </a:pathLst>
            </a:custGeom>
            <a:gradFill rotWithShape="true">
              <a:gsLst>
                <a:gs pos="0">
                  <a:srgbClr val="F7F7F7">
                    <a:alpha val="13725"/>
                  </a:srgbClr>
                </a:gs>
                <a:gs pos="36000">
                  <a:srgbClr val="F7F7F7">
                    <a:alpha val="6666"/>
                  </a:srgbClr>
                </a:gs>
                <a:gs pos="66000">
                  <a:srgbClr val="F7F7F7">
                    <a:alpha val="0"/>
                  </a:srgbClr>
                </a:gs>
                <a:gs pos="100000">
                  <a:srgbClr val="F7F7F7">
                    <a:alpha val="0"/>
                  </a:srgbClr>
                </a:gs>
              </a:gsLst>
              <a:path path="circle">
                <a:fillToRect l="50000" r="50000" t="50000" b="50000"/>
              </a:path>
            </a:gradFill>
          </p:spPr>
        </p:sp>
      </p:grpSp>
      <p:sp>
        <p:nvSpPr>
          <p:cNvPr name="Freeform 14" id="14"/>
          <p:cNvSpPr/>
          <p:nvPr/>
        </p:nvSpPr>
        <p:spPr>
          <a:xfrm flipH="false" flipV="false" rot="0">
            <a:off x="12717616" y="2273276"/>
            <a:ext cx="4987620" cy="1508972"/>
          </a:xfrm>
          <a:custGeom>
            <a:avLst/>
            <a:gdLst/>
            <a:ahLst/>
            <a:cxnLst/>
            <a:rect r="r" b="b" t="t" l="l"/>
            <a:pathLst>
              <a:path h="1508972" w="4987620">
                <a:moveTo>
                  <a:pt x="0" y="0"/>
                </a:moveTo>
                <a:lnTo>
                  <a:pt x="4987620" y="0"/>
                </a:lnTo>
                <a:lnTo>
                  <a:pt x="4987620" y="1508972"/>
                </a:lnTo>
                <a:lnTo>
                  <a:pt x="0" y="15089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688182" y="2800351"/>
            <a:ext cx="16916400" cy="6800849"/>
          </a:xfrm>
          <a:custGeom>
            <a:avLst/>
            <a:gdLst/>
            <a:ahLst/>
            <a:cxnLst/>
            <a:rect r="r" b="b" t="t" l="l"/>
            <a:pathLst>
              <a:path h="6800849" w="16916400">
                <a:moveTo>
                  <a:pt x="0" y="0"/>
                </a:moveTo>
                <a:lnTo>
                  <a:pt x="16916400" y="0"/>
                </a:lnTo>
                <a:lnTo>
                  <a:pt x="16916400" y="6800848"/>
                </a:lnTo>
                <a:lnTo>
                  <a:pt x="0" y="68008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0" y="2381"/>
            <a:ext cx="18288000" cy="10284619"/>
            <a:chOff x="0" y="0"/>
            <a:chExt cx="24384000" cy="13712825"/>
          </a:xfrm>
        </p:grpSpPr>
        <p:sp>
          <p:nvSpPr>
            <p:cNvPr name="Freeform 17" id="17"/>
            <p:cNvSpPr/>
            <p:nvPr/>
          </p:nvSpPr>
          <p:spPr>
            <a:xfrm flipH="false" flipV="false" rot="0">
              <a:off x="0" y="0"/>
              <a:ext cx="24384000" cy="13712825"/>
            </a:xfrm>
            <a:custGeom>
              <a:avLst/>
              <a:gdLst/>
              <a:ahLst/>
              <a:cxnLst/>
              <a:rect r="r" b="b" t="t" l="l"/>
              <a:pathLst>
                <a:path h="13712825" w="24384000">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name="Group 18" id="18"/>
          <p:cNvGrpSpPr/>
          <p:nvPr/>
        </p:nvGrpSpPr>
        <p:grpSpPr>
          <a:xfrm rot="0">
            <a:off x="15656719" y="0"/>
            <a:ext cx="1028700" cy="1714500"/>
            <a:chOff x="0" y="0"/>
            <a:chExt cx="1371600" cy="2286000"/>
          </a:xfrm>
        </p:grpSpPr>
        <p:sp>
          <p:nvSpPr>
            <p:cNvPr name="Freeform 19" id="19"/>
            <p:cNvSpPr/>
            <p:nvPr/>
          </p:nvSpPr>
          <p:spPr>
            <a:xfrm flipH="false" flipV="false" rot="0">
              <a:off x="0" y="0"/>
              <a:ext cx="1371600" cy="2286000"/>
            </a:xfrm>
            <a:custGeom>
              <a:avLst/>
              <a:gdLst/>
              <a:ahLst/>
              <a:cxnLst/>
              <a:rect r="r" b="b" t="t" l="l"/>
              <a:pathLst>
                <a:path h="2286000" w="1371600">
                  <a:moveTo>
                    <a:pt x="0" y="0"/>
                  </a:moveTo>
                  <a:lnTo>
                    <a:pt x="1371600" y="0"/>
                  </a:lnTo>
                  <a:lnTo>
                    <a:pt x="1371600" y="2286000"/>
                  </a:lnTo>
                  <a:lnTo>
                    <a:pt x="0" y="2286000"/>
                  </a:lnTo>
                  <a:close/>
                </a:path>
              </a:pathLst>
            </a:custGeom>
            <a:solidFill>
              <a:srgbClr val="ACD433"/>
            </a:solidFill>
          </p:spPr>
        </p:sp>
      </p:grpSp>
      <p:grpSp>
        <p:nvGrpSpPr>
          <p:cNvPr name="Group 20" id="20"/>
          <p:cNvGrpSpPr/>
          <p:nvPr/>
        </p:nvGrpSpPr>
        <p:grpSpPr>
          <a:xfrm rot="0">
            <a:off x="15528131" y="442912"/>
            <a:ext cx="1257300" cy="1152525"/>
            <a:chOff x="0" y="0"/>
            <a:chExt cx="1676400" cy="1536700"/>
          </a:xfrm>
        </p:grpSpPr>
        <p:sp>
          <p:nvSpPr>
            <p:cNvPr name="Freeform 21" id="21"/>
            <p:cNvSpPr/>
            <p:nvPr/>
          </p:nvSpPr>
          <p:spPr>
            <a:xfrm flipH="false" flipV="false" rot="0">
              <a:off x="0" y="0"/>
              <a:ext cx="1676400" cy="1536700"/>
            </a:xfrm>
            <a:custGeom>
              <a:avLst/>
              <a:gdLst/>
              <a:ahLst/>
              <a:cxnLst/>
              <a:rect r="r" b="b" t="t" l="l"/>
              <a:pathLst>
                <a:path h="1536700" w="1676400">
                  <a:moveTo>
                    <a:pt x="0" y="0"/>
                  </a:moveTo>
                  <a:lnTo>
                    <a:pt x="1676400" y="0"/>
                  </a:lnTo>
                  <a:lnTo>
                    <a:pt x="1676400" y="1536700"/>
                  </a:lnTo>
                  <a:lnTo>
                    <a:pt x="0" y="1536700"/>
                  </a:lnTo>
                  <a:close/>
                </a:path>
              </a:pathLst>
            </a:custGeom>
            <a:blipFill>
              <a:blip r:embed="rId8">
                <a:alphaModFix amt="0"/>
              </a:blip>
              <a:stretch>
                <a:fillRect l="-67611" t="0" r="-67611" b="0"/>
              </a:stretch>
            </a:blipFill>
          </p:spPr>
        </p:sp>
        <p:sp>
          <p:nvSpPr>
            <p:cNvPr name="TextBox 22" id="22"/>
            <p:cNvSpPr txBox="true"/>
            <p:nvPr/>
          </p:nvSpPr>
          <p:spPr>
            <a:xfrm>
              <a:off x="0" y="0"/>
              <a:ext cx="1676400" cy="1536700"/>
            </a:xfrm>
            <a:prstGeom prst="rect">
              <a:avLst/>
            </a:prstGeom>
          </p:spPr>
          <p:txBody>
            <a:bodyPr anchor="b" rtlCol="false" tIns="0" lIns="0" bIns="0" rIns="0"/>
            <a:lstStyle/>
            <a:p>
              <a:pPr algn="ctr">
                <a:lnSpc>
                  <a:spcPts val="5040"/>
                </a:lnSpc>
              </a:pPr>
              <a:r>
                <a:rPr lang="en-US" sz="4200">
                  <a:solidFill>
                    <a:srgbClr val="FFFFFF"/>
                  </a:solidFill>
                  <a:latin typeface="Century Gothic Paneuropean"/>
                  <a:ea typeface="Century Gothic Paneuropean"/>
                  <a:cs typeface="Century Gothic Paneuropean"/>
                  <a:sym typeface="Century Gothic Paneuropean"/>
                </a:rPr>
                <a:t>6</a:t>
              </a:r>
            </a:p>
          </p:txBody>
        </p:sp>
      </p:grpSp>
      <p:sp>
        <p:nvSpPr>
          <p:cNvPr name="TextBox 23" id="23"/>
          <p:cNvSpPr txBox="true"/>
          <p:nvPr/>
        </p:nvSpPr>
        <p:spPr>
          <a:xfrm rot="0">
            <a:off x="6544608" y="9437351"/>
            <a:ext cx="6989474" cy="438150"/>
          </a:xfrm>
          <a:prstGeom prst="rect">
            <a:avLst/>
          </a:prstGeom>
        </p:spPr>
        <p:txBody>
          <a:bodyPr anchor="t" rtlCol="false" tIns="0" lIns="0" bIns="0" rIns="0">
            <a:spAutoFit/>
          </a:bodyPr>
          <a:lstStyle/>
          <a:p>
            <a:pPr algn="ctr">
              <a:lnSpc>
                <a:spcPts val="3240"/>
              </a:lnSpc>
            </a:pPr>
            <a:r>
              <a:rPr lang="en-US" sz="2700">
                <a:solidFill>
                  <a:srgbClr val="000000"/>
                </a:solidFill>
                <a:latin typeface="Bodoni FLF"/>
                <a:ea typeface="Bodoni FLF"/>
                <a:cs typeface="Bodoni FLF"/>
                <a:sym typeface="Bodoni FLF"/>
              </a:rPr>
              <a:t>El</a:t>
            </a:r>
            <a:r>
              <a:rPr lang="en-US" sz="2700">
                <a:solidFill>
                  <a:srgbClr val="000000"/>
                </a:solidFill>
                <a:latin typeface="Bodoni FLF"/>
                <a:ea typeface="Bodoni FLF"/>
                <a:cs typeface="Bodoni FLF"/>
                <a:sym typeface="Bodoni FLF"/>
              </a:rPr>
              <a:t>ectronics and communications</a:t>
            </a:r>
          </a:p>
        </p:txBody>
      </p:sp>
      <p:sp>
        <p:nvSpPr>
          <p:cNvPr name="TextBox 24" id="24"/>
          <p:cNvSpPr txBox="true"/>
          <p:nvPr/>
        </p:nvSpPr>
        <p:spPr>
          <a:xfrm rot="0">
            <a:off x="1028700" y="3610327"/>
            <a:ext cx="16113919" cy="6219825"/>
          </a:xfrm>
          <a:prstGeom prst="rect">
            <a:avLst/>
          </a:prstGeom>
        </p:spPr>
        <p:txBody>
          <a:bodyPr anchor="t" rtlCol="false" tIns="0" lIns="0" bIns="0" rIns="0">
            <a:spAutoFit/>
          </a:bodyPr>
          <a:lstStyle/>
          <a:p>
            <a:pPr algn="l">
              <a:lnSpc>
                <a:spcPts val="3761"/>
              </a:lnSpc>
            </a:pPr>
            <a:r>
              <a:rPr lang="en-US" sz="3134" b="true">
                <a:solidFill>
                  <a:srgbClr val="404040"/>
                </a:solidFill>
                <a:latin typeface="Times New Roman Bold"/>
                <a:ea typeface="Times New Roman Bold"/>
                <a:cs typeface="Times New Roman Bold"/>
                <a:sym typeface="Times New Roman Bold"/>
              </a:rPr>
              <a:t>Components:</a:t>
            </a:r>
          </a:p>
          <a:p>
            <a:pPr algn="l" marL="676712" indent="-338356" lvl="1">
              <a:lnSpc>
                <a:spcPts val="3761"/>
              </a:lnSpc>
              <a:buAutoNum type="arabicPeriod" startAt="1"/>
            </a:pPr>
            <a:r>
              <a:rPr lang="en-US" sz="3134">
                <a:solidFill>
                  <a:srgbClr val="000000"/>
                </a:solidFill>
                <a:latin typeface="Times New Roman"/>
                <a:ea typeface="Times New Roman"/>
                <a:cs typeface="Times New Roman"/>
                <a:sym typeface="Times New Roman"/>
              </a:rPr>
              <a:t>Wheels[4]</a:t>
            </a:r>
          </a:p>
          <a:p>
            <a:pPr algn="l" marL="676712" indent="-338356" lvl="1">
              <a:lnSpc>
                <a:spcPts val="3761"/>
              </a:lnSpc>
              <a:buAutoNum type="arabicPeriod" startAt="1"/>
            </a:pPr>
            <a:r>
              <a:rPr lang="en-US" sz="3134">
                <a:solidFill>
                  <a:srgbClr val="000000"/>
                </a:solidFill>
                <a:latin typeface="Times New Roman"/>
                <a:ea typeface="Times New Roman"/>
                <a:cs typeface="Times New Roman"/>
                <a:sym typeface="Times New Roman"/>
              </a:rPr>
              <a:t>Plastic lid etc[for base]</a:t>
            </a:r>
          </a:p>
          <a:p>
            <a:pPr algn="l" marL="676712" indent="-338356" lvl="1">
              <a:lnSpc>
                <a:spcPts val="3761"/>
              </a:lnSpc>
              <a:buAutoNum type="arabicPeriod" startAt="1"/>
            </a:pPr>
            <a:r>
              <a:rPr lang="en-US" sz="3134">
                <a:solidFill>
                  <a:srgbClr val="000000"/>
                </a:solidFill>
                <a:latin typeface="Times New Roman"/>
                <a:ea typeface="Times New Roman"/>
                <a:cs typeface="Times New Roman"/>
                <a:sym typeface="Times New Roman"/>
              </a:rPr>
              <a:t>Plastic bottle[container]</a:t>
            </a:r>
          </a:p>
          <a:p>
            <a:pPr algn="l" marL="676712" indent="-338356" lvl="1">
              <a:lnSpc>
                <a:spcPts val="3761"/>
              </a:lnSpc>
              <a:buAutoNum type="arabicPeriod" startAt="1"/>
            </a:pPr>
            <a:r>
              <a:rPr lang="en-US" sz="3134">
                <a:solidFill>
                  <a:srgbClr val="000000"/>
                </a:solidFill>
                <a:latin typeface="Times New Roman"/>
                <a:ea typeface="Times New Roman"/>
                <a:cs typeface="Times New Roman"/>
                <a:sym typeface="Times New Roman"/>
              </a:rPr>
              <a:t> Fan</a:t>
            </a:r>
          </a:p>
          <a:p>
            <a:pPr algn="l" marL="676712" indent="-338356" lvl="1">
              <a:lnSpc>
                <a:spcPts val="3761"/>
              </a:lnSpc>
              <a:buAutoNum type="arabicPeriod" startAt="1"/>
            </a:pPr>
            <a:r>
              <a:rPr lang="en-US" sz="3134">
                <a:solidFill>
                  <a:srgbClr val="000000"/>
                </a:solidFill>
                <a:latin typeface="Times New Roman"/>
                <a:ea typeface="Times New Roman"/>
                <a:cs typeface="Times New Roman"/>
                <a:sym typeface="Times New Roman"/>
              </a:rPr>
              <a:t>Pipe/inlet</a:t>
            </a:r>
          </a:p>
          <a:p>
            <a:pPr algn="l" marL="676712" indent="-338356" lvl="1">
              <a:lnSpc>
                <a:spcPts val="3761"/>
              </a:lnSpc>
              <a:buAutoNum type="arabicPeriod" startAt="1"/>
            </a:pPr>
            <a:r>
              <a:rPr lang="en-US" sz="3134">
                <a:solidFill>
                  <a:srgbClr val="000000"/>
                </a:solidFill>
                <a:latin typeface="Times New Roman"/>
                <a:ea typeface="Times New Roman"/>
                <a:cs typeface="Times New Roman"/>
                <a:sym typeface="Times New Roman"/>
              </a:rPr>
              <a:t>Gear motors[4]</a:t>
            </a:r>
          </a:p>
          <a:p>
            <a:pPr algn="l" marL="676712" indent="-338356" lvl="1">
              <a:lnSpc>
                <a:spcPts val="3761"/>
              </a:lnSpc>
              <a:buAutoNum type="arabicPeriod" startAt="1"/>
            </a:pPr>
            <a:r>
              <a:rPr lang="en-US" sz="3134">
                <a:solidFill>
                  <a:srgbClr val="000000"/>
                </a:solidFill>
                <a:latin typeface="Times New Roman"/>
                <a:ea typeface="Times New Roman"/>
                <a:cs typeface="Times New Roman"/>
                <a:sym typeface="Times New Roman"/>
              </a:rPr>
              <a:t>Motor[1]</a:t>
            </a:r>
          </a:p>
          <a:p>
            <a:pPr algn="l" marL="676712" indent="-338356" lvl="1">
              <a:lnSpc>
                <a:spcPts val="3761"/>
              </a:lnSpc>
              <a:buAutoNum type="arabicPeriod" startAt="1"/>
            </a:pPr>
            <a:r>
              <a:rPr lang="en-US" sz="3134">
                <a:solidFill>
                  <a:srgbClr val="000000"/>
                </a:solidFill>
                <a:latin typeface="Times New Roman"/>
                <a:ea typeface="Times New Roman"/>
                <a:cs typeface="Times New Roman"/>
                <a:sym typeface="Times New Roman"/>
              </a:rPr>
              <a:t>Arduino uno</a:t>
            </a:r>
          </a:p>
          <a:p>
            <a:pPr algn="l" marL="676712" indent="-338356" lvl="1">
              <a:lnSpc>
                <a:spcPts val="3761"/>
              </a:lnSpc>
              <a:buAutoNum type="arabicPeriod" startAt="1"/>
            </a:pPr>
            <a:r>
              <a:rPr lang="en-US" sz="3134">
                <a:solidFill>
                  <a:srgbClr val="000000"/>
                </a:solidFill>
                <a:latin typeface="Times New Roman"/>
                <a:ea typeface="Times New Roman"/>
                <a:cs typeface="Times New Roman"/>
                <a:sym typeface="Times New Roman"/>
              </a:rPr>
              <a:t>Arduino motor shield</a:t>
            </a:r>
          </a:p>
          <a:p>
            <a:pPr algn="l" marL="676712" indent="-338356" lvl="1">
              <a:lnSpc>
                <a:spcPts val="3761"/>
              </a:lnSpc>
              <a:buAutoNum type="arabicPeriod" startAt="1"/>
            </a:pPr>
            <a:r>
              <a:rPr lang="en-US" sz="3134">
                <a:solidFill>
                  <a:srgbClr val="000000"/>
                </a:solidFill>
                <a:latin typeface="Times New Roman"/>
                <a:ea typeface="Times New Roman"/>
                <a:cs typeface="Times New Roman"/>
                <a:sym typeface="Times New Roman"/>
              </a:rPr>
              <a:t>Servo motor[sg90]</a:t>
            </a:r>
          </a:p>
          <a:p>
            <a:pPr algn="l" marL="676712" indent="-338356" lvl="1">
              <a:lnSpc>
                <a:spcPts val="3761"/>
              </a:lnSpc>
              <a:buAutoNum type="arabicPeriod" startAt="1"/>
            </a:pPr>
            <a:r>
              <a:rPr lang="en-US" sz="3134">
                <a:solidFill>
                  <a:srgbClr val="000000"/>
                </a:solidFill>
                <a:latin typeface="Times New Roman"/>
                <a:ea typeface="Times New Roman"/>
                <a:cs typeface="Times New Roman"/>
                <a:sym typeface="Times New Roman"/>
              </a:rPr>
              <a:t>Ultra sonic sensor[HC-SR04]</a:t>
            </a:r>
          </a:p>
          <a:p>
            <a:pPr algn="l" marL="676712" indent="-338356" lvl="1">
              <a:lnSpc>
                <a:spcPts val="3761"/>
              </a:lnSpc>
              <a:buAutoNum type="arabicPeriod" startAt="1"/>
            </a:pPr>
            <a:r>
              <a:rPr lang="en-US" sz="3134">
                <a:solidFill>
                  <a:srgbClr val="000000"/>
                </a:solidFill>
                <a:latin typeface="Times New Roman"/>
                <a:ea typeface="Times New Roman"/>
                <a:cs typeface="Times New Roman"/>
                <a:sym typeface="Times New Roman"/>
              </a:rPr>
              <a:t>Lithium battery[2, 1.5V]</a:t>
            </a:r>
          </a:p>
        </p:txBody>
      </p:sp>
      <p:sp>
        <p:nvSpPr>
          <p:cNvPr name="Freeform 25" id="25"/>
          <p:cNvSpPr/>
          <p:nvPr/>
        </p:nvSpPr>
        <p:spPr>
          <a:xfrm flipH="false" flipV="false" rot="0">
            <a:off x="740835" y="770563"/>
            <a:ext cx="3081147" cy="2040045"/>
          </a:xfrm>
          <a:custGeom>
            <a:avLst/>
            <a:gdLst/>
            <a:ahLst/>
            <a:cxnLst/>
            <a:rect r="r" b="b" t="t" l="l"/>
            <a:pathLst>
              <a:path h="2040045" w="3081147">
                <a:moveTo>
                  <a:pt x="0" y="0"/>
                </a:moveTo>
                <a:lnTo>
                  <a:pt x="3081147" y="0"/>
                </a:lnTo>
                <a:lnTo>
                  <a:pt x="3081147" y="2040045"/>
                </a:lnTo>
                <a:lnTo>
                  <a:pt x="0" y="2040045"/>
                </a:lnTo>
                <a:lnTo>
                  <a:pt x="0" y="0"/>
                </a:lnTo>
                <a:close/>
              </a:path>
            </a:pathLst>
          </a:custGeom>
          <a:blipFill>
            <a:blip r:embed="rId9"/>
            <a:stretch>
              <a:fillRect l="0" t="0" r="0" b="-6931"/>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181"/>
            <a:ext cx="18288000" cy="10285371"/>
            <a:chOff x="0" y="0"/>
            <a:chExt cx="24384000" cy="13713828"/>
          </a:xfrm>
        </p:grpSpPr>
        <p:sp>
          <p:nvSpPr>
            <p:cNvPr name="Freeform 3" id="3"/>
            <p:cNvSpPr/>
            <p:nvPr/>
          </p:nvSpPr>
          <p:spPr>
            <a:xfrm flipH="false" flipV="false" rot="0">
              <a:off x="0" y="0"/>
              <a:ext cx="24384000" cy="13713840"/>
            </a:xfrm>
            <a:custGeom>
              <a:avLst/>
              <a:gdLst/>
              <a:ahLst/>
              <a:cxnLst/>
              <a:rect r="r" b="b" t="t" l="l"/>
              <a:pathLst>
                <a:path h="13713840" w="24384000">
                  <a:moveTo>
                    <a:pt x="0" y="0"/>
                  </a:moveTo>
                  <a:lnTo>
                    <a:pt x="24384000" y="0"/>
                  </a:lnTo>
                  <a:lnTo>
                    <a:pt x="24384000" y="13713840"/>
                  </a:lnTo>
                  <a:lnTo>
                    <a:pt x="0" y="13713840"/>
                  </a:lnTo>
                  <a:close/>
                </a:path>
              </a:pathLst>
            </a:custGeom>
            <a:blipFill>
              <a:blip r:embed="rId3"/>
              <a:stretch>
                <a:fillRect l="0" t="-7" r="0" b="-7"/>
              </a:stretch>
            </a:blipFill>
          </p:spPr>
        </p:sp>
      </p:grpSp>
      <p:grpSp>
        <p:nvGrpSpPr>
          <p:cNvPr name="Group 4" id="4"/>
          <p:cNvGrpSpPr/>
          <p:nvPr/>
        </p:nvGrpSpPr>
        <p:grpSpPr>
          <a:xfrm rot="0">
            <a:off x="4829" y="4001043"/>
            <a:ext cx="6286500" cy="6285500"/>
            <a:chOff x="0" y="0"/>
            <a:chExt cx="8382000" cy="8380666"/>
          </a:xfrm>
        </p:grpSpPr>
        <p:sp>
          <p:nvSpPr>
            <p:cNvPr name="Freeform 5" id="5"/>
            <p:cNvSpPr/>
            <p:nvPr/>
          </p:nvSpPr>
          <p:spPr>
            <a:xfrm flipH="false" flipV="false" rot="0">
              <a:off x="0" y="0"/>
              <a:ext cx="8382000" cy="8380730"/>
            </a:xfrm>
            <a:custGeom>
              <a:avLst/>
              <a:gdLst/>
              <a:ahLst/>
              <a:cxnLst/>
              <a:rect r="r" b="b" t="t" l="l"/>
              <a:pathLst>
                <a:path h="8380730" w="8382000">
                  <a:moveTo>
                    <a:pt x="0" y="4190365"/>
                  </a:moveTo>
                  <a:cubicBezTo>
                    <a:pt x="0" y="1876044"/>
                    <a:pt x="1876425" y="0"/>
                    <a:pt x="4191000" y="0"/>
                  </a:cubicBezTo>
                  <a:cubicBezTo>
                    <a:pt x="6505575" y="0"/>
                    <a:pt x="8382000" y="1876044"/>
                    <a:pt x="8382000" y="4190365"/>
                  </a:cubicBezTo>
                  <a:cubicBezTo>
                    <a:pt x="8382000" y="6504687"/>
                    <a:pt x="6505575" y="8380730"/>
                    <a:pt x="4191000" y="8380730"/>
                  </a:cubicBezTo>
                  <a:cubicBezTo>
                    <a:pt x="1876425" y="8380730"/>
                    <a:pt x="0" y="6504559"/>
                    <a:pt x="0" y="4190365"/>
                  </a:cubicBezTo>
                  <a:close/>
                </a:path>
              </a:pathLst>
            </a:custGeom>
            <a:gradFill rotWithShape="true">
              <a:gsLst>
                <a:gs pos="0">
                  <a:srgbClr val="F7F7F7">
                    <a:alpha val="10980"/>
                  </a:srgbClr>
                </a:gs>
                <a:gs pos="36000">
                  <a:srgbClr val="F7F7F7">
                    <a:alpha val="9803"/>
                  </a:srgbClr>
                </a:gs>
                <a:gs pos="75000">
                  <a:srgbClr val="F7F7F7">
                    <a:alpha val="0"/>
                  </a:srgbClr>
                </a:gs>
                <a:gs pos="100000">
                  <a:srgbClr val="F7F7F7">
                    <a:alpha val="0"/>
                  </a:srgbClr>
                </a:gs>
              </a:gsLst>
              <a:path path="circle">
                <a:fillToRect l="50000" r="50000" t="50000" b="50000"/>
              </a:path>
            </a:gradFill>
          </p:spPr>
        </p:sp>
      </p:grpSp>
      <p:grpSp>
        <p:nvGrpSpPr>
          <p:cNvPr name="Group 6" id="6"/>
          <p:cNvGrpSpPr/>
          <p:nvPr/>
        </p:nvGrpSpPr>
        <p:grpSpPr>
          <a:xfrm rot="0">
            <a:off x="2629" y="4343886"/>
            <a:ext cx="3543300" cy="3542738"/>
            <a:chOff x="0" y="0"/>
            <a:chExt cx="4724400" cy="4723651"/>
          </a:xfrm>
        </p:grpSpPr>
        <p:sp>
          <p:nvSpPr>
            <p:cNvPr name="Freeform 7" id="7"/>
            <p:cNvSpPr/>
            <p:nvPr/>
          </p:nvSpPr>
          <p:spPr>
            <a:xfrm flipH="false" flipV="false" rot="0">
              <a:off x="0" y="0"/>
              <a:ext cx="4724400" cy="4723638"/>
            </a:xfrm>
            <a:custGeom>
              <a:avLst/>
              <a:gdLst/>
              <a:ahLst/>
              <a:cxnLst/>
              <a:rect r="r" b="b" t="t" l="l"/>
              <a:pathLst>
                <a:path h="4723638" w="4724400">
                  <a:moveTo>
                    <a:pt x="0" y="2361819"/>
                  </a:moveTo>
                  <a:cubicBezTo>
                    <a:pt x="0" y="1057402"/>
                    <a:pt x="1057656" y="0"/>
                    <a:pt x="2362200" y="0"/>
                  </a:cubicBezTo>
                  <a:cubicBezTo>
                    <a:pt x="3666744" y="0"/>
                    <a:pt x="4724400" y="1057402"/>
                    <a:pt x="4724400" y="2361819"/>
                  </a:cubicBezTo>
                  <a:cubicBezTo>
                    <a:pt x="4724400" y="3666236"/>
                    <a:pt x="3666744" y="4723638"/>
                    <a:pt x="2362200" y="4723638"/>
                  </a:cubicBezTo>
                  <a:cubicBezTo>
                    <a:pt x="1057656" y="4723638"/>
                    <a:pt x="0" y="3666236"/>
                    <a:pt x="0" y="2361819"/>
                  </a:cubicBezTo>
                  <a:close/>
                </a:path>
              </a:pathLst>
            </a:custGeom>
            <a:gradFill rotWithShape="true">
              <a:gsLst>
                <a:gs pos="0">
                  <a:srgbClr val="F7F7F7">
                    <a:alpha val="7843"/>
                  </a:srgbClr>
                </a:gs>
                <a:gs pos="36000">
                  <a:srgbClr val="F7F7F7">
                    <a:alpha val="7843"/>
                  </a:srgbClr>
                </a:gs>
                <a:gs pos="72000">
                  <a:srgbClr val="F7F7F7">
                    <a:alpha val="0"/>
                  </a:srgbClr>
                </a:gs>
                <a:gs pos="100000">
                  <a:srgbClr val="F7F7F7">
                    <a:alpha val="0"/>
                  </a:srgbClr>
                </a:gs>
              </a:gsLst>
              <a:path path="circle">
                <a:fillToRect l="50000" r="50000" t="50000" b="50000"/>
              </a:path>
            </a:gradFill>
          </p:spPr>
        </p:sp>
      </p:grpSp>
      <p:grpSp>
        <p:nvGrpSpPr>
          <p:cNvPr name="Group 8" id="8"/>
          <p:cNvGrpSpPr/>
          <p:nvPr/>
        </p:nvGrpSpPr>
        <p:grpSpPr>
          <a:xfrm rot="0">
            <a:off x="12913519" y="2515381"/>
            <a:ext cx="4229100" cy="4228433"/>
            <a:chOff x="0" y="0"/>
            <a:chExt cx="5638800" cy="5637911"/>
          </a:xfrm>
        </p:grpSpPr>
        <p:sp>
          <p:nvSpPr>
            <p:cNvPr name="Freeform 9" id="9"/>
            <p:cNvSpPr/>
            <p:nvPr/>
          </p:nvSpPr>
          <p:spPr>
            <a:xfrm flipH="false" flipV="false" rot="0">
              <a:off x="0" y="0"/>
              <a:ext cx="5638800" cy="5637911"/>
            </a:xfrm>
            <a:custGeom>
              <a:avLst/>
              <a:gdLst/>
              <a:ahLst/>
              <a:cxnLst/>
              <a:rect r="r" b="b" t="t" l="l"/>
              <a:pathLst>
                <a:path h="5637911" w="5638800">
                  <a:moveTo>
                    <a:pt x="0" y="2818892"/>
                  </a:moveTo>
                  <a:cubicBezTo>
                    <a:pt x="0" y="1262126"/>
                    <a:pt x="1262253" y="0"/>
                    <a:pt x="2819400" y="0"/>
                  </a:cubicBezTo>
                  <a:cubicBezTo>
                    <a:pt x="4376547" y="0"/>
                    <a:pt x="5638800" y="1262126"/>
                    <a:pt x="5638800" y="2818892"/>
                  </a:cubicBezTo>
                  <a:cubicBezTo>
                    <a:pt x="5638800" y="4375658"/>
                    <a:pt x="4376547" y="5637911"/>
                    <a:pt x="2819400" y="5637911"/>
                  </a:cubicBezTo>
                  <a:cubicBezTo>
                    <a:pt x="1262253" y="5637911"/>
                    <a:pt x="0" y="4375785"/>
                    <a:pt x="0" y="2818892"/>
                  </a:cubicBezTo>
                  <a:close/>
                </a:path>
              </a:pathLst>
            </a:custGeom>
            <a:gradFill rotWithShape="true">
              <a:gsLst>
                <a:gs pos="0">
                  <a:srgbClr val="F7F7F7">
                    <a:alpha val="6666"/>
                  </a:srgbClr>
                </a:gs>
                <a:gs pos="36000">
                  <a:srgbClr val="F7F7F7">
                    <a:alpha val="5882"/>
                  </a:srgbClr>
                </a:gs>
                <a:gs pos="69000">
                  <a:srgbClr val="F7F7F7">
                    <a:alpha val="0"/>
                  </a:srgbClr>
                </a:gs>
                <a:gs pos="100000">
                  <a:srgbClr val="F7F7F7">
                    <a:alpha val="0"/>
                  </a:srgbClr>
                </a:gs>
              </a:gsLst>
              <a:path path="circle">
                <a:fillToRect l="50000" r="50000" t="50000" b="50000"/>
              </a:path>
            </a:gradFill>
          </p:spPr>
        </p:sp>
      </p:grpSp>
      <p:grpSp>
        <p:nvGrpSpPr>
          <p:cNvPr name="Group 10" id="10"/>
          <p:cNvGrpSpPr/>
          <p:nvPr/>
        </p:nvGrpSpPr>
        <p:grpSpPr>
          <a:xfrm rot="0">
            <a:off x="11999119" y="-2381"/>
            <a:ext cx="2400300" cy="2399919"/>
            <a:chOff x="0" y="0"/>
            <a:chExt cx="3200400" cy="3199892"/>
          </a:xfrm>
        </p:grpSpPr>
        <p:sp>
          <p:nvSpPr>
            <p:cNvPr name="Freeform 11" id="11"/>
            <p:cNvSpPr/>
            <p:nvPr/>
          </p:nvSpPr>
          <p:spPr>
            <a:xfrm flipH="false" flipV="false" rot="0">
              <a:off x="0" y="0"/>
              <a:ext cx="3200400" cy="3199892"/>
            </a:xfrm>
            <a:custGeom>
              <a:avLst/>
              <a:gdLst/>
              <a:ahLst/>
              <a:cxnLst/>
              <a:rect r="r" b="b" t="t" l="l"/>
              <a:pathLst>
                <a:path h="3199892" w="3200400">
                  <a:moveTo>
                    <a:pt x="0" y="1599946"/>
                  </a:moveTo>
                  <a:cubicBezTo>
                    <a:pt x="0" y="716280"/>
                    <a:pt x="716407" y="0"/>
                    <a:pt x="1600200" y="0"/>
                  </a:cubicBezTo>
                  <a:cubicBezTo>
                    <a:pt x="2483993" y="0"/>
                    <a:pt x="3200400" y="716280"/>
                    <a:pt x="3200400" y="1599946"/>
                  </a:cubicBezTo>
                  <a:cubicBezTo>
                    <a:pt x="3200400" y="2483612"/>
                    <a:pt x="2483993" y="3199892"/>
                    <a:pt x="1600200" y="3199892"/>
                  </a:cubicBezTo>
                  <a:cubicBezTo>
                    <a:pt x="716407" y="3199892"/>
                    <a:pt x="0" y="2483612"/>
                    <a:pt x="0" y="1599946"/>
                  </a:cubicBezTo>
                  <a:close/>
                </a:path>
              </a:pathLst>
            </a:custGeom>
            <a:gradFill rotWithShape="true">
              <a:gsLst>
                <a:gs pos="0">
                  <a:srgbClr val="F7F7F7">
                    <a:alpha val="13725"/>
                  </a:srgbClr>
                </a:gs>
                <a:gs pos="36000">
                  <a:srgbClr val="F7F7F7">
                    <a:alpha val="6666"/>
                  </a:srgbClr>
                </a:gs>
                <a:gs pos="73000">
                  <a:srgbClr val="F7F7F7">
                    <a:alpha val="0"/>
                  </a:srgbClr>
                </a:gs>
                <a:gs pos="100000">
                  <a:srgbClr val="F7F7F7">
                    <a:alpha val="0"/>
                  </a:srgbClr>
                </a:gs>
              </a:gsLst>
              <a:path path="circle">
                <a:fillToRect l="50000" r="50000" t="50000" b="50000"/>
              </a:path>
            </a:gradFill>
          </p:spPr>
        </p:sp>
      </p:grpSp>
      <p:grpSp>
        <p:nvGrpSpPr>
          <p:cNvPr name="Group 12" id="12"/>
          <p:cNvGrpSpPr/>
          <p:nvPr/>
        </p:nvGrpSpPr>
        <p:grpSpPr>
          <a:xfrm rot="0">
            <a:off x="12913519" y="8810863"/>
            <a:ext cx="1485900" cy="1485662"/>
            <a:chOff x="0" y="0"/>
            <a:chExt cx="1981200" cy="1980882"/>
          </a:xfrm>
        </p:grpSpPr>
        <p:sp>
          <p:nvSpPr>
            <p:cNvPr name="Freeform 13" id="13"/>
            <p:cNvSpPr/>
            <p:nvPr/>
          </p:nvSpPr>
          <p:spPr>
            <a:xfrm flipH="false" flipV="false" rot="0">
              <a:off x="0" y="0"/>
              <a:ext cx="1981200" cy="1980946"/>
            </a:xfrm>
            <a:custGeom>
              <a:avLst/>
              <a:gdLst/>
              <a:ahLst/>
              <a:cxnLst/>
              <a:rect r="r" b="b" t="t" l="l"/>
              <a:pathLst>
                <a:path h="1980946" w="1981200">
                  <a:moveTo>
                    <a:pt x="0" y="990473"/>
                  </a:moveTo>
                  <a:cubicBezTo>
                    <a:pt x="0" y="443484"/>
                    <a:pt x="443484" y="0"/>
                    <a:pt x="990600" y="0"/>
                  </a:cubicBezTo>
                  <a:cubicBezTo>
                    <a:pt x="1537716" y="0"/>
                    <a:pt x="1981200" y="443484"/>
                    <a:pt x="1981200" y="990473"/>
                  </a:cubicBezTo>
                  <a:cubicBezTo>
                    <a:pt x="1981200" y="1537462"/>
                    <a:pt x="1537716" y="1980946"/>
                    <a:pt x="990600" y="1980946"/>
                  </a:cubicBezTo>
                  <a:cubicBezTo>
                    <a:pt x="443484" y="1980946"/>
                    <a:pt x="0" y="1537462"/>
                    <a:pt x="0" y="990473"/>
                  </a:cubicBezTo>
                  <a:close/>
                </a:path>
              </a:pathLst>
            </a:custGeom>
            <a:gradFill rotWithShape="true">
              <a:gsLst>
                <a:gs pos="0">
                  <a:srgbClr val="F7F7F7">
                    <a:alpha val="13725"/>
                  </a:srgbClr>
                </a:gs>
                <a:gs pos="36000">
                  <a:srgbClr val="F7F7F7">
                    <a:alpha val="6666"/>
                  </a:srgbClr>
                </a:gs>
                <a:gs pos="66000">
                  <a:srgbClr val="F7F7F7">
                    <a:alpha val="0"/>
                  </a:srgbClr>
                </a:gs>
                <a:gs pos="100000">
                  <a:srgbClr val="F7F7F7">
                    <a:alpha val="0"/>
                  </a:srgbClr>
                </a:gs>
              </a:gsLst>
              <a:path path="circle">
                <a:fillToRect l="50000" r="50000" t="50000" b="50000"/>
              </a:path>
            </a:gradFill>
          </p:spPr>
        </p:sp>
      </p:grpSp>
      <p:sp>
        <p:nvSpPr>
          <p:cNvPr name="Freeform 14" id="14"/>
          <p:cNvSpPr/>
          <p:nvPr/>
        </p:nvSpPr>
        <p:spPr>
          <a:xfrm flipH="false" flipV="false" rot="0">
            <a:off x="12717616" y="2273276"/>
            <a:ext cx="4987620" cy="1508972"/>
          </a:xfrm>
          <a:custGeom>
            <a:avLst/>
            <a:gdLst/>
            <a:ahLst/>
            <a:cxnLst/>
            <a:rect r="r" b="b" t="t" l="l"/>
            <a:pathLst>
              <a:path h="1508972" w="4987620">
                <a:moveTo>
                  <a:pt x="0" y="0"/>
                </a:moveTo>
                <a:lnTo>
                  <a:pt x="4987620" y="0"/>
                </a:lnTo>
                <a:lnTo>
                  <a:pt x="4987620" y="1508972"/>
                </a:lnTo>
                <a:lnTo>
                  <a:pt x="0" y="15089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688182" y="2800351"/>
            <a:ext cx="16916400" cy="6800849"/>
          </a:xfrm>
          <a:custGeom>
            <a:avLst/>
            <a:gdLst/>
            <a:ahLst/>
            <a:cxnLst/>
            <a:rect r="r" b="b" t="t" l="l"/>
            <a:pathLst>
              <a:path h="6800849" w="16916400">
                <a:moveTo>
                  <a:pt x="0" y="0"/>
                </a:moveTo>
                <a:lnTo>
                  <a:pt x="16916400" y="0"/>
                </a:lnTo>
                <a:lnTo>
                  <a:pt x="16916400" y="6800848"/>
                </a:lnTo>
                <a:lnTo>
                  <a:pt x="0" y="68008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0" y="2381"/>
            <a:ext cx="18288000" cy="10284619"/>
            <a:chOff x="0" y="0"/>
            <a:chExt cx="24384000" cy="13712825"/>
          </a:xfrm>
        </p:grpSpPr>
        <p:sp>
          <p:nvSpPr>
            <p:cNvPr name="Freeform 17" id="17"/>
            <p:cNvSpPr/>
            <p:nvPr/>
          </p:nvSpPr>
          <p:spPr>
            <a:xfrm flipH="false" flipV="false" rot="0">
              <a:off x="0" y="0"/>
              <a:ext cx="24384000" cy="13712825"/>
            </a:xfrm>
            <a:custGeom>
              <a:avLst/>
              <a:gdLst/>
              <a:ahLst/>
              <a:cxnLst/>
              <a:rect r="r" b="b" t="t" l="l"/>
              <a:pathLst>
                <a:path h="13712825" w="24384000">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name="Group 18" id="18"/>
          <p:cNvGrpSpPr/>
          <p:nvPr/>
        </p:nvGrpSpPr>
        <p:grpSpPr>
          <a:xfrm rot="0">
            <a:off x="15656719" y="0"/>
            <a:ext cx="1028700" cy="1714500"/>
            <a:chOff x="0" y="0"/>
            <a:chExt cx="1371600" cy="2286000"/>
          </a:xfrm>
        </p:grpSpPr>
        <p:sp>
          <p:nvSpPr>
            <p:cNvPr name="Freeform 19" id="19"/>
            <p:cNvSpPr/>
            <p:nvPr/>
          </p:nvSpPr>
          <p:spPr>
            <a:xfrm flipH="false" flipV="false" rot="0">
              <a:off x="0" y="0"/>
              <a:ext cx="1371600" cy="2286000"/>
            </a:xfrm>
            <a:custGeom>
              <a:avLst/>
              <a:gdLst/>
              <a:ahLst/>
              <a:cxnLst/>
              <a:rect r="r" b="b" t="t" l="l"/>
              <a:pathLst>
                <a:path h="2286000" w="1371600">
                  <a:moveTo>
                    <a:pt x="0" y="0"/>
                  </a:moveTo>
                  <a:lnTo>
                    <a:pt x="1371600" y="0"/>
                  </a:lnTo>
                  <a:lnTo>
                    <a:pt x="1371600" y="2286000"/>
                  </a:lnTo>
                  <a:lnTo>
                    <a:pt x="0" y="2286000"/>
                  </a:lnTo>
                  <a:close/>
                </a:path>
              </a:pathLst>
            </a:custGeom>
            <a:solidFill>
              <a:srgbClr val="ACD433"/>
            </a:solidFill>
          </p:spPr>
        </p:sp>
      </p:grpSp>
      <p:grpSp>
        <p:nvGrpSpPr>
          <p:cNvPr name="Group 20" id="20"/>
          <p:cNvGrpSpPr/>
          <p:nvPr/>
        </p:nvGrpSpPr>
        <p:grpSpPr>
          <a:xfrm rot="0">
            <a:off x="15528131" y="442912"/>
            <a:ext cx="1257300" cy="1152525"/>
            <a:chOff x="0" y="0"/>
            <a:chExt cx="1676400" cy="1536700"/>
          </a:xfrm>
        </p:grpSpPr>
        <p:sp>
          <p:nvSpPr>
            <p:cNvPr name="Freeform 21" id="21"/>
            <p:cNvSpPr/>
            <p:nvPr/>
          </p:nvSpPr>
          <p:spPr>
            <a:xfrm flipH="false" flipV="false" rot="0">
              <a:off x="0" y="0"/>
              <a:ext cx="1676400" cy="1536700"/>
            </a:xfrm>
            <a:custGeom>
              <a:avLst/>
              <a:gdLst/>
              <a:ahLst/>
              <a:cxnLst/>
              <a:rect r="r" b="b" t="t" l="l"/>
              <a:pathLst>
                <a:path h="1536700" w="1676400">
                  <a:moveTo>
                    <a:pt x="0" y="0"/>
                  </a:moveTo>
                  <a:lnTo>
                    <a:pt x="1676400" y="0"/>
                  </a:lnTo>
                  <a:lnTo>
                    <a:pt x="1676400" y="1536700"/>
                  </a:lnTo>
                  <a:lnTo>
                    <a:pt x="0" y="1536700"/>
                  </a:lnTo>
                  <a:close/>
                </a:path>
              </a:pathLst>
            </a:custGeom>
            <a:blipFill>
              <a:blip r:embed="rId8">
                <a:alphaModFix amt="0"/>
              </a:blip>
              <a:stretch>
                <a:fillRect l="-67611" t="0" r="-67611" b="0"/>
              </a:stretch>
            </a:blipFill>
          </p:spPr>
        </p:sp>
        <p:sp>
          <p:nvSpPr>
            <p:cNvPr name="TextBox 22" id="22"/>
            <p:cNvSpPr txBox="true"/>
            <p:nvPr/>
          </p:nvSpPr>
          <p:spPr>
            <a:xfrm>
              <a:off x="0" y="0"/>
              <a:ext cx="1676400" cy="1536700"/>
            </a:xfrm>
            <a:prstGeom prst="rect">
              <a:avLst/>
            </a:prstGeom>
          </p:spPr>
          <p:txBody>
            <a:bodyPr anchor="b" rtlCol="false" tIns="0" lIns="0" bIns="0" rIns="0"/>
            <a:lstStyle/>
            <a:p>
              <a:pPr algn="ctr">
                <a:lnSpc>
                  <a:spcPts val="5040"/>
                </a:lnSpc>
              </a:pPr>
              <a:r>
                <a:rPr lang="en-US" sz="4200">
                  <a:solidFill>
                    <a:srgbClr val="FFFFFF"/>
                  </a:solidFill>
                  <a:latin typeface="Century Gothic Paneuropean"/>
                  <a:ea typeface="Century Gothic Paneuropean"/>
                  <a:cs typeface="Century Gothic Paneuropean"/>
                  <a:sym typeface="Century Gothic Paneuropean"/>
                </a:rPr>
                <a:t>7</a:t>
              </a:r>
            </a:p>
          </p:txBody>
        </p:sp>
      </p:grpSp>
      <p:sp>
        <p:nvSpPr>
          <p:cNvPr name="Freeform 23" id="23"/>
          <p:cNvSpPr/>
          <p:nvPr/>
        </p:nvSpPr>
        <p:spPr>
          <a:xfrm flipH="false" flipV="false" rot="0">
            <a:off x="740835" y="770563"/>
            <a:ext cx="3081147" cy="2040045"/>
          </a:xfrm>
          <a:custGeom>
            <a:avLst/>
            <a:gdLst/>
            <a:ahLst/>
            <a:cxnLst/>
            <a:rect r="r" b="b" t="t" l="l"/>
            <a:pathLst>
              <a:path h="2040045" w="3081147">
                <a:moveTo>
                  <a:pt x="0" y="0"/>
                </a:moveTo>
                <a:lnTo>
                  <a:pt x="3081147" y="0"/>
                </a:lnTo>
                <a:lnTo>
                  <a:pt x="3081147" y="2040045"/>
                </a:lnTo>
                <a:lnTo>
                  <a:pt x="0" y="2040045"/>
                </a:lnTo>
                <a:lnTo>
                  <a:pt x="0" y="0"/>
                </a:lnTo>
                <a:close/>
              </a:path>
            </a:pathLst>
          </a:custGeom>
          <a:blipFill>
            <a:blip r:embed="rId9"/>
            <a:stretch>
              <a:fillRect l="0" t="0" r="0" b="-6931"/>
            </a:stretch>
          </a:blipFill>
        </p:spPr>
      </p:sp>
      <p:sp>
        <p:nvSpPr>
          <p:cNvPr name="Freeform 24" id="24"/>
          <p:cNvSpPr/>
          <p:nvPr/>
        </p:nvSpPr>
        <p:spPr>
          <a:xfrm flipH="false" flipV="false" rot="0">
            <a:off x="5085031" y="3495255"/>
            <a:ext cx="8188787" cy="5970671"/>
          </a:xfrm>
          <a:custGeom>
            <a:avLst/>
            <a:gdLst/>
            <a:ahLst/>
            <a:cxnLst/>
            <a:rect r="r" b="b" t="t" l="l"/>
            <a:pathLst>
              <a:path h="5970671" w="8188787">
                <a:moveTo>
                  <a:pt x="0" y="0"/>
                </a:moveTo>
                <a:lnTo>
                  <a:pt x="8188787" y="0"/>
                </a:lnTo>
                <a:lnTo>
                  <a:pt x="8188787" y="5970671"/>
                </a:lnTo>
                <a:lnTo>
                  <a:pt x="0" y="5970671"/>
                </a:lnTo>
                <a:lnTo>
                  <a:pt x="0" y="0"/>
                </a:lnTo>
                <a:close/>
              </a:path>
            </a:pathLst>
          </a:custGeom>
          <a:blipFill>
            <a:blip r:embed="rId10"/>
            <a:stretch>
              <a:fillRect l="-807" t="-1846" r="0" b="-1846"/>
            </a:stretch>
          </a:blipFill>
        </p:spPr>
      </p:sp>
      <p:sp>
        <p:nvSpPr>
          <p:cNvPr name="TextBox 25" id="25"/>
          <p:cNvSpPr txBox="true"/>
          <p:nvPr/>
        </p:nvSpPr>
        <p:spPr>
          <a:xfrm rot="0">
            <a:off x="5924045" y="9686924"/>
            <a:ext cx="6989474" cy="438150"/>
          </a:xfrm>
          <a:prstGeom prst="rect">
            <a:avLst/>
          </a:prstGeom>
        </p:spPr>
        <p:txBody>
          <a:bodyPr anchor="t" rtlCol="false" tIns="0" lIns="0" bIns="0" rIns="0">
            <a:spAutoFit/>
          </a:bodyPr>
          <a:lstStyle/>
          <a:p>
            <a:pPr algn="ctr">
              <a:lnSpc>
                <a:spcPts val="3240"/>
              </a:lnSpc>
            </a:pPr>
            <a:r>
              <a:rPr lang="en-US" sz="2700">
                <a:solidFill>
                  <a:srgbClr val="000000"/>
                </a:solidFill>
                <a:latin typeface="Bodoni FLF"/>
                <a:ea typeface="Bodoni FLF"/>
                <a:cs typeface="Bodoni FLF"/>
                <a:sym typeface="Bodoni FLF"/>
              </a:rPr>
              <a:t>El</a:t>
            </a:r>
            <a:r>
              <a:rPr lang="en-US" sz="2700">
                <a:solidFill>
                  <a:srgbClr val="000000"/>
                </a:solidFill>
                <a:latin typeface="Bodoni FLF"/>
                <a:ea typeface="Bodoni FLF"/>
                <a:cs typeface="Bodoni FLF"/>
                <a:sym typeface="Bodoni FLF"/>
              </a:rPr>
              <a:t>ectronics and communications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181"/>
            <a:ext cx="18288000" cy="10285371"/>
            <a:chOff x="0" y="0"/>
            <a:chExt cx="24384000" cy="13713828"/>
          </a:xfrm>
        </p:grpSpPr>
        <p:sp>
          <p:nvSpPr>
            <p:cNvPr name="Freeform 3" id="3"/>
            <p:cNvSpPr/>
            <p:nvPr/>
          </p:nvSpPr>
          <p:spPr>
            <a:xfrm flipH="false" flipV="false" rot="0">
              <a:off x="0" y="0"/>
              <a:ext cx="24384000" cy="13713840"/>
            </a:xfrm>
            <a:custGeom>
              <a:avLst/>
              <a:gdLst/>
              <a:ahLst/>
              <a:cxnLst/>
              <a:rect r="r" b="b" t="t" l="l"/>
              <a:pathLst>
                <a:path h="13713840" w="24384000">
                  <a:moveTo>
                    <a:pt x="0" y="0"/>
                  </a:moveTo>
                  <a:lnTo>
                    <a:pt x="24384000" y="0"/>
                  </a:lnTo>
                  <a:lnTo>
                    <a:pt x="24384000" y="13713840"/>
                  </a:lnTo>
                  <a:lnTo>
                    <a:pt x="0" y="13713840"/>
                  </a:lnTo>
                  <a:close/>
                </a:path>
              </a:pathLst>
            </a:custGeom>
            <a:blipFill>
              <a:blip r:embed="rId3"/>
              <a:stretch>
                <a:fillRect l="0" t="-7" r="0" b="-7"/>
              </a:stretch>
            </a:blipFill>
          </p:spPr>
        </p:sp>
      </p:grpSp>
      <p:grpSp>
        <p:nvGrpSpPr>
          <p:cNvPr name="Group 4" id="4"/>
          <p:cNvGrpSpPr/>
          <p:nvPr/>
        </p:nvGrpSpPr>
        <p:grpSpPr>
          <a:xfrm rot="0">
            <a:off x="4829" y="4001043"/>
            <a:ext cx="6286500" cy="6285500"/>
            <a:chOff x="0" y="0"/>
            <a:chExt cx="8382000" cy="8380666"/>
          </a:xfrm>
        </p:grpSpPr>
        <p:sp>
          <p:nvSpPr>
            <p:cNvPr name="Freeform 5" id="5"/>
            <p:cNvSpPr/>
            <p:nvPr/>
          </p:nvSpPr>
          <p:spPr>
            <a:xfrm flipH="false" flipV="false" rot="0">
              <a:off x="0" y="0"/>
              <a:ext cx="8382000" cy="8380730"/>
            </a:xfrm>
            <a:custGeom>
              <a:avLst/>
              <a:gdLst/>
              <a:ahLst/>
              <a:cxnLst/>
              <a:rect r="r" b="b" t="t" l="l"/>
              <a:pathLst>
                <a:path h="8380730" w="8382000">
                  <a:moveTo>
                    <a:pt x="0" y="4190365"/>
                  </a:moveTo>
                  <a:cubicBezTo>
                    <a:pt x="0" y="1876044"/>
                    <a:pt x="1876425" y="0"/>
                    <a:pt x="4191000" y="0"/>
                  </a:cubicBezTo>
                  <a:cubicBezTo>
                    <a:pt x="6505575" y="0"/>
                    <a:pt x="8382000" y="1876044"/>
                    <a:pt x="8382000" y="4190365"/>
                  </a:cubicBezTo>
                  <a:cubicBezTo>
                    <a:pt x="8382000" y="6504687"/>
                    <a:pt x="6505575" y="8380730"/>
                    <a:pt x="4191000" y="8380730"/>
                  </a:cubicBezTo>
                  <a:cubicBezTo>
                    <a:pt x="1876425" y="8380730"/>
                    <a:pt x="0" y="6504559"/>
                    <a:pt x="0" y="4190365"/>
                  </a:cubicBezTo>
                  <a:close/>
                </a:path>
              </a:pathLst>
            </a:custGeom>
            <a:gradFill rotWithShape="true">
              <a:gsLst>
                <a:gs pos="0">
                  <a:srgbClr val="F7F7F7">
                    <a:alpha val="10980"/>
                  </a:srgbClr>
                </a:gs>
                <a:gs pos="36000">
                  <a:srgbClr val="F7F7F7">
                    <a:alpha val="9803"/>
                  </a:srgbClr>
                </a:gs>
                <a:gs pos="75000">
                  <a:srgbClr val="F7F7F7">
                    <a:alpha val="0"/>
                  </a:srgbClr>
                </a:gs>
                <a:gs pos="100000">
                  <a:srgbClr val="F7F7F7">
                    <a:alpha val="0"/>
                  </a:srgbClr>
                </a:gs>
              </a:gsLst>
              <a:path path="circle">
                <a:fillToRect l="50000" r="50000" t="50000" b="50000"/>
              </a:path>
            </a:gradFill>
          </p:spPr>
        </p:sp>
      </p:grpSp>
      <p:grpSp>
        <p:nvGrpSpPr>
          <p:cNvPr name="Group 6" id="6"/>
          <p:cNvGrpSpPr/>
          <p:nvPr/>
        </p:nvGrpSpPr>
        <p:grpSpPr>
          <a:xfrm rot="0">
            <a:off x="2629" y="4343886"/>
            <a:ext cx="3543300" cy="3542738"/>
            <a:chOff x="0" y="0"/>
            <a:chExt cx="4724400" cy="4723651"/>
          </a:xfrm>
        </p:grpSpPr>
        <p:sp>
          <p:nvSpPr>
            <p:cNvPr name="Freeform 7" id="7"/>
            <p:cNvSpPr/>
            <p:nvPr/>
          </p:nvSpPr>
          <p:spPr>
            <a:xfrm flipH="false" flipV="false" rot="0">
              <a:off x="0" y="0"/>
              <a:ext cx="4724400" cy="4723638"/>
            </a:xfrm>
            <a:custGeom>
              <a:avLst/>
              <a:gdLst/>
              <a:ahLst/>
              <a:cxnLst/>
              <a:rect r="r" b="b" t="t" l="l"/>
              <a:pathLst>
                <a:path h="4723638" w="4724400">
                  <a:moveTo>
                    <a:pt x="0" y="2361819"/>
                  </a:moveTo>
                  <a:cubicBezTo>
                    <a:pt x="0" y="1057402"/>
                    <a:pt x="1057656" y="0"/>
                    <a:pt x="2362200" y="0"/>
                  </a:cubicBezTo>
                  <a:cubicBezTo>
                    <a:pt x="3666744" y="0"/>
                    <a:pt x="4724400" y="1057402"/>
                    <a:pt x="4724400" y="2361819"/>
                  </a:cubicBezTo>
                  <a:cubicBezTo>
                    <a:pt x="4724400" y="3666236"/>
                    <a:pt x="3666744" y="4723638"/>
                    <a:pt x="2362200" y="4723638"/>
                  </a:cubicBezTo>
                  <a:cubicBezTo>
                    <a:pt x="1057656" y="4723638"/>
                    <a:pt x="0" y="3666236"/>
                    <a:pt x="0" y="2361819"/>
                  </a:cubicBezTo>
                  <a:close/>
                </a:path>
              </a:pathLst>
            </a:custGeom>
            <a:gradFill rotWithShape="true">
              <a:gsLst>
                <a:gs pos="0">
                  <a:srgbClr val="F7F7F7">
                    <a:alpha val="7843"/>
                  </a:srgbClr>
                </a:gs>
                <a:gs pos="36000">
                  <a:srgbClr val="F7F7F7">
                    <a:alpha val="7843"/>
                  </a:srgbClr>
                </a:gs>
                <a:gs pos="72000">
                  <a:srgbClr val="F7F7F7">
                    <a:alpha val="0"/>
                  </a:srgbClr>
                </a:gs>
                <a:gs pos="100000">
                  <a:srgbClr val="F7F7F7">
                    <a:alpha val="0"/>
                  </a:srgbClr>
                </a:gs>
              </a:gsLst>
              <a:path path="circle">
                <a:fillToRect l="50000" r="50000" t="50000" b="50000"/>
              </a:path>
            </a:gradFill>
          </p:spPr>
        </p:sp>
      </p:grpSp>
      <p:grpSp>
        <p:nvGrpSpPr>
          <p:cNvPr name="Group 8" id="8"/>
          <p:cNvGrpSpPr/>
          <p:nvPr/>
        </p:nvGrpSpPr>
        <p:grpSpPr>
          <a:xfrm rot="0">
            <a:off x="12913519" y="2515381"/>
            <a:ext cx="4229100" cy="4228433"/>
            <a:chOff x="0" y="0"/>
            <a:chExt cx="5638800" cy="5637911"/>
          </a:xfrm>
        </p:grpSpPr>
        <p:sp>
          <p:nvSpPr>
            <p:cNvPr name="Freeform 9" id="9"/>
            <p:cNvSpPr/>
            <p:nvPr/>
          </p:nvSpPr>
          <p:spPr>
            <a:xfrm flipH="false" flipV="false" rot="0">
              <a:off x="0" y="0"/>
              <a:ext cx="5638800" cy="5637911"/>
            </a:xfrm>
            <a:custGeom>
              <a:avLst/>
              <a:gdLst/>
              <a:ahLst/>
              <a:cxnLst/>
              <a:rect r="r" b="b" t="t" l="l"/>
              <a:pathLst>
                <a:path h="5637911" w="5638800">
                  <a:moveTo>
                    <a:pt x="0" y="2818892"/>
                  </a:moveTo>
                  <a:cubicBezTo>
                    <a:pt x="0" y="1262126"/>
                    <a:pt x="1262253" y="0"/>
                    <a:pt x="2819400" y="0"/>
                  </a:cubicBezTo>
                  <a:cubicBezTo>
                    <a:pt x="4376547" y="0"/>
                    <a:pt x="5638800" y="1262126"/>
                    <a:pt x="5638800" y="2818892"/>
                  </a:cubicBezTo>
                  <a:cubicBezTo>
                    <a:pt x="5638800" y="4375658"/>
                    <a:pt x="4376547" y="5637911"/>
                    <a:pt x="2819400" y="5637911"/>
                  </a:cubicBezTo>
                  <a:cubicBezTo>
                    <a:pt x="1262253" y="5637911"/>
                    <a:pt x="0" y="4375785"/>
                    <a:pt x="0" y="2818892"/>
                  </a:cubicBezTo>
                  <a:close/>
                </a:path>
              </a:pathLst>
            </a:custGeom>
            <a:gradFill rotWithShape="true">
              <a:gsLst>
                <a:gs pos="0">
                  <a:srgbClr val="F7F7F7">
                    <a:alpha val="6666"/>
                  </a:srgbClr>
                </a:gs>
                <a:gs pos="36000">
                  <a:srgbClr val="F7F7F7">
                    <a:alpha val="5882"/>
                  </a:srgbClr>
                </a:gs>
                <a:gs pos="69000">
                  <a:srgbClr val="F7F7F7">
                    <a:alpha val="0"/>
                  </a:srgbClr>
                </a:gs>
                <a:gs pos="100000">
                  <a:srgbClr val="F7F7F7">
                    <a:alpha val="0"/>
                  </a:srgbClr>
                </a:gs>
              </a:gsLst>
              <a:path path="circle">
                <a:fillToRect l="50000" r="50000" t="50000" b="50000"/>
              </a:path>
            </a:gradFill>
          </p:spPr>
        </p:sp>
      </p:grpSp>
      <p:grpSp>
        <p:nvGrpSpPr>
          <p:cNvPr name="Group 10" id="10"/>
          <p:cNvGrpSpPr/>
          <p:nvPr/>
        </p:nvGrpSpPr>
        <p:grpSpPr>
          <a:xfrm rot="0">
            <a:off x="11999119" y="-2381"/>
            <a:ext cx="2400300" cy="2399919"/>
            <a:chOff x="0" y="0"/>
            <a:chExt cx="3200400" cy="3199892"/>
          </a:xfrm>
        </p:grpSpPr>
        <p:sp>
          <p:nvSpPr>
            <p:cNvPr name="Freeform 11" id="11"/>
            <p:cNvSpPr/>
            <p:nvPr/>
          </p:nvSpPr>
          <p:spPr>
            <a:xfrm flipH="false" flipV="false" rot="0">
              <a:off x="0" y="0"/>
              <a:ext cx="3200400" cy="3199892"/>
            </a:xfrm>
            <a:custGeom>
              <a:avLst/>
              <a:gdLst/>
              <a:ahLst/>
              <a:cxnLst/>
              <a:rect r="r" b="b" t="t" l="l"/>
              <a:pathLst>
                <a:path h="3199892" w="3200400">
                  <a:moveTo>
                    <a:pt x="0" y="1599946"/>
                  </a:moveTo>
                  <a:cubicBezTo>
                    <a:pt x="0" y="716280"/>
                    <a:pt x="716407" y="0"/>
                    <a:pt x="1600200" y="0"/>
                  </a:cubicBezTo>
                  <a:cubicBezTo>
                    <a:pt x="2483993" y="0"/>
                    <a:pt x="3200400" y="716280"/>
                    <a:pt x="3200400" y="1599946"/>
                  </a:cubicBezTo>
                  <a:cubicBezTo>
                    <a:pt x="3200400" y="2483612"/>
                    <a:pt x="2483993" y="3199892"/>
                    <a:pt x="1600200" y="3199892"/>
                  </a:cubicBezTo>
                  <a:cubicBezTo>
                    <a:pt x="716407" y="3199892"/>
                    <a:pt x="0" y="2483612"/>
                    <a:pt x="0" y="1599946"/>
                  </a:cubicBezTo>
                  <a:close/>
                </a:path>
              </a:pathLst>
            </a:custGeom>
            <a:gradFill rotWithShape="true">
              <a:gsLst>
                <a:gs pos="0">
                  <a:srgbClr val="F7F7F7">
                    <a:alpha val="13725"/>
                  </a:srgbClr>
                </a:gs>
                <a:gs pos="36000">
                  <a:srgbClr val="F7F7F7">
                    <a:alpha val="6666"/>
                  </a:srgbClr>
                </a:gs>
                <a:gs pos="73000">
                  <a:srgbClr val="F7F7F7">
                    <a:alpha val="0"/>
                  </a:srgbClr>
                </a:gs>
                <a:gs pos="100000">
                  <a:srgbClr val="F7F7F7">
                    <a:alpha val="0"/>
                  </a:srgbClr>
                </a:gs>
              </a:gsLst>
              <a:path path="circle">
                <a:fillToRect l="50000" r="50000" t="50000" b="50000"/>
              </a:path>
            </a:gradFill>
          </p:spPr>
        </p:sp>
      </p:grpSp>
      <p:grpSp>
        <p:nvGrpSpPr>
          <p:cNvPr name="Group 12" id="12"/>
          <p:cNvGrpSpPr/>
          <p:nvPr/>
        </p:nvGrpSpPr>
        <p:grpSpPr>
          <a:xfrm rot="0">
            <a:off x="12913519" y="8810863"/>
            <a:ext cx="1485900" cy="1485662"/>
            <a:chOff x="0" y="0"/>
            <a:chExt cx="1981200" cy="1980882"/>
          </a:xfrm>
        </p:grpSpPr>
        <p:sp>
          <p:nvSpPr>
            <p:cNvPr name="Freeform 13" id="13"/>
            <p:cNvSpPr/>
            <p:nvPr/>
          </p:nvSpPr>
          <p:spPr>
            <a:xfrm flipH="false" flipV="false" rot="0">
              <a:off x="0" y="0"/>
              <a:ext cx="1981200" cy="1980946"/>
            </a:xfrm>
            <a:custGeom>
              <a:avLst/>
              <a:gdLst/>
              <a:ahLst/>
              <a:cxnLst/>
              <a:rect r="r" b="b" t="t" l="l"/>
              <a:pathLst>
                <a:path h="1980946" w="1981200">
                  <a:moveTo>
                    <a:pt x="0" y="990473"/>
                  </a:moveTo>
                  <a:cubicBezTo>
                    <a:pt x="0" y="443484"/>
                    <a:pt x="443484" y="0"/>
                    <a:pt x="990600" y="0"/>
                  </a:cubicBezTo>
                  <a:cubicBezTo>
                    <a:pt x="1537716" y="0"/>
                    <a:pt x="1981200" y="443484"/>
                    <a:pt x="1981200" y="990473"/>
                  </a:cubicBezTo>
                  <a:cubicBezTo>
                    <a:pt x="1981200" y="1537462"/>
                    <a:pt x="1537716" y="1980946"/>
                    <a:pt x="990600" y="1980946"/>
                  </a:cubicBezTo>
                  <a:cubicBezTo>
                    <a:pt x="443484" y="1980946"/>
                    <a:pt x="0" y="1537462"/>
                    <a:pt x="0" y="990473"/>
                  </a:cubicBezTo>
                  <a:close/>
                </a:path>
              </a:pathLst>
            </a:custGeom>
            <a:gradFill rotWithShape="true">
              <a:gsLst>
                <a:gs pos="0">
                  <a:srgbClr val="F7F7F7">
                    <a:alpha val="13725"/>
                  </a:srgbClr>
                </a:gs>
                <a:gs pos="36000">
                  <a:srgbClr val="F7F7F7">
                    <a:alpha val="6666"/>
                  </a:srgbClr>
                </a:gs>
                <a:gs pos="66000">
                  <a:srgbClr val="F7F7F7">
                    <a:alpha val="0"/>
                  </a:srgbClr>
                </a:gs>
                <a:gs pos="100000">
                  <a:srgbClr val="F7F7F7">
                    <a:alpha val="0"/>
                  </a:srgbClr>
                </a:gs>
              </a:gsLst>
              <a:path path="circle">
                <a:fillToRect l="50000" r="50000" t="50000" b="50000"/>
              </a:path>
            </a:gradFill>
          </p:spPr>
        </p:sp>
      </p:grpSp>
      <p:sp>
        <p:nvSpPr>
          <p:cNvPr name="Freeform 14" id="14"/>
          <p:cNvSpPr/>
          <p:nvPr/>
        </p:nvSpPr>
        <p:spPr>
          <a:xfrm flipH="false" flipV="false" rot="0">
            <a:off x="12717616" y="2273276"/>
            <a:ext cx="4987620" cy="1508972"/>
          </a:xfrm>
          <a:custGeom>
            <a:avLst/>
            <a:gdLst/>
            <a:ahLst/>
            <a:cxnLst/>
            <a:rect r="r" b="b" t="t" l="l"/>
            <a:pathLst>
              <a:path h="1508972" w="4987620">
                <a:moveTo>
                  <a:pt x="0" y="0"/>
                </a:moveTo>
                <a:lnTo>
                  <a:pt x="4987620" y="0"/>
                </a:lnTo>
                <a:lnTo>
                  <a:pt x="4987620" y="1508972"/>
                </a:lnTo>
                <a:lnTo>
                  <a:pt x="0" y="15089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688182" y="2800351"/>
            <a:ext cx="16916400" cy="6800849"/>
          </a:xfrm>
          <a:custGeom>
            <a:avLst/>
            <a:gdLst/>
            <a:ahLst/>
            <a:cxnLst/>
            <a:rect r="r" b="b" t="t" l="l"/>
            <a:pathLst>
              <a:path h="6800849" w="16916400">
                <a:moveTo>
                  <a:pt x="0" y="0"/>
                </a:moveTo>
                <a:lnTo>
                  <a:pt x="16916400" y="0"/>
                </a:lnTo>
                <a:lnTo>
                  <a:pt x="16916400" y="6800848"/>
                </a:lnTo>
                <a:lnTo>
                  <a:pt x="0" y="68008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0" y="2381"/>
            <a:ext cx="18288000" cy="10284619"/>
            <a:chOff x="0" y="0"/>
            <a:chExt cx="24384000" cy="13712825"/>
          </a:xfrm>
        </p:grpSpPr>
        <p:sp>
          <p:nvSpPr>
            <p:cNvPr name="Freeform 17" id="17"/>
            <p:cNvSpPr/>
            <p:nvPr/>
          </p:nvSpPr>
          <p:spPr>
            <a:xfrm flipH="false" flipV="false" rot="0">
              <a:off x="0" y="0"/>
              <a:ext cx="24384000" cy="13712825"/>
            </a:xfrm>
            <a:custGeom>
              <a:avLst/>
              <a:gdLst/>
              <a:ahLst/>
              <a:cxnLst/>
              <a:rect r="r" b="b" t="t" l="l"/>
              <a:pathLst>
                <a:path h="13712825" w="24384000">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name="Group 18" id="18"/>
          <p:cNvGrpSpPr/>
          <p:nvPr/>
        </p:nvGrpSpPr>
        <p:grpSpPr>
          <a:xfrm rot="0">
            <a:off x="15656719" y="0"/>
            <a:ext cx="1028700" cy="1714500"/>
            <a:chOff x="0" y="0"/>
            <a:chExt cx="1371600" cy="2286000"/>
          </a:xfrm>
        </p:grpSpPr>
        <p:sp>
          <p:nvSpPr>
            <p:cNvPr name="Freeform 19" id="19"/>
            <p:cNvSpPr/>
            <p:nvPr/>
          </p:nvSpPr>
          <p:spPr>
            <a:xfrm flipH="false" flipV="false" rot="0">
              <a:off x="0" y="0"/>
              <a:ext cx="1371600" cy="2286000"/>
            </a:xfrm>
            <a:custGeom>
              <a:avLst/>
              <a:gdLst/>
              <a:ahLst/>
              <a:cxnLst/>
              <a:rect r="r" b="b" t="t" l="l"/>
              <a:pathLst>
                <a:path h="2286000" w="1371600">
                  <a:moveTo>
                    <a:pt x="0" y="0"/>
                  </a:moveTo>
                  <a:lnTo>
                    <a:pt x="1371600" y="0"/>
                  </a:lnTo>
                  <a:lnTo>
                    <a:pt x="1371600" y="2286000"/>
                  </a:lnTo>
                  <a:lnTo>
                    <a:pt x="0" y="2286000"/>
                  </a:lnTo>
                  <a:close/>
                </a:path>
              </a:pathLst>
            </a:custGeom>
            <a:solidFill>
              <a:srgbClr val="ACD433"/>
            </a:solidFill>
          </p:spPr>
        </p:sp>
      </p:grpSp>
      <p:grpSp>
        <p:nvGrpSpPr>
          <p:cNvPr name="Group 20" id="20"/>
          <p:cNvGrpSpPr/>
          <p:nvPr/>
        </p:nvGrpSpPr>
        <p:grpSpPr>
          <a:xfrm rot="0">
            <a:off x="15528131" y="442912"/>
            <a:ext cx="1257300" cy="1152525"/>
            <a:chOff x="0" y="0"/>
            <a:chExt cx="1676400" cy="1536700"/>
          </a:xfrm>
        </p:grpSpPr>
        <p:sp>
          <p:nvSpPr>
            <p:cNvPr name="Freeform 21" id="21"/>
            <p:cNvSpPr/>
            <p:nvPr/>
          </p:nvSpPr>
          <p:spPr>
            <a:xfrm flipH="false" flipV="false" rot="0">
              <a:off x="0" y="0"/>
              <a:ext cx="1676400" cy="1536700"/>
            </a:xfrm>
            <a:custGeom>
              <a:avLst/>
              <a:gdLst/>
              <a:ahLst/>
              <a:cxnLst/>
              <a:rect r="r" b="b" t="t" l="l"/>
              <a:pathLst>
                <a:path h="1536700" w="1676400">
                  <a:moveTo>
                    <a:pt x="0" y="0"/>
                  </a:moveTo>
                  <a:lnTo>
                    <a:pt x="1676400" y="0"/>
                  </a:lnTo>
                  <a:lnTo>
                    <a:pt x="1676400" y="1536700"/>
                  </a:lnTo>
                  <a:lnTo>
                    <a:pt x="0" y="1536700"/>
                  </a:lnTo>
                  <a:close/>
                </a:path>
              </a:pathLst>
            </a:custGeom>
            <a:blipFill>
              <a:blip r:embed="rId8">
                <a:alphaModFix amt="0"/>
              </a:blip>
              <a:stretch>
                <a:fillRect l="-67611" t="0" r="-67611" b="0"/>
              </a:stretch>
            </a:blipFill>
          </p:spPr>
        </p:sp>
        <p:sp>
          <p:nvSpPr>
            <p:cNvPr name="TextBox 22" id="22"/>
            <p:cNvSpPr txBox="true"/>
            <p:nvPr/>
          </p:nvSpPr>
          <p:spPr>
            <a:xfrm>
              <a:off x="0" y="0"/>
              <a:ext cx="1676400" cy="1536700"/>
            </a:xfrm>
            <a:prstGeom prst="rect">
              <a:avLst/>
            </a:prstGeom>
          </p:spPr>
          <p:txBody>
            <a:bodyPr anchor="b" rtlCol="false" tIns="0" lIns="0" bIns="0" rIns="0"/>
            <a:lstStyle/>
            <a:p>
              <a:pPr algn="ctr">
                <a:lnSpc>
                  <a:spcPts val="5040"/>
                </a:lnSpc>
              </a:pPr>
              <a:r>
                <a:rPr lang="en-US" sz="4200">
                  <a:solidFill>
                    <a:srgbClr val="FFFFFF"/>
                  </a:solidFill>
                  <a:latin typeface="Century Gothic Paneuropean"/>
                  <a:ea typeface="Century Gothic Paneuropean"/>
                  <a:cs typeface="Century Gothic Paneuropean"/>
                  <a:sym typeface="Century Gothic Paneuropean"/>
                </a:rPr>
                <a:t>8</a:t>
              </a:r>
            </a:p>
          </p:txBody>
        </p:sp>
      </p:grpSp>
      <p:sp>
        <p:nvSpPr>
          <p:cNvPr name="Freeform 23" id="23"/>
          <p:cNvSpPr/>
          <p:nvPr/>
        </p:nvSpPr>
        <p:spPr>
          <a:xfrm flipH="false" flipV="false" rot="0">
            <a:off x="740835" y="770563"/>
            <a:ext cx="3081147" cy="2040045"/>
          </a:xfrm>
          <a:custGeom>
            <a:avLst/>
            <a:gdLst/>
            <a:ahLst/>
            <a:cxnLst/>
            <a:rect r="r" b="b" t="t" l="l"/>
            <a:pathLst>
              <a:path h="2040045" w="3081147">
                <a:moveTo>
                  <a:pt x="0" y="0"/>
                </a:moveTo>
                <a:lnTo>
                  <a:pt x="3081147" y="0"/>
                </a:lnTo>
                <a:lnTo>
                  <a:pt x="3081147" y="2040045"/>
                </a:lnTo>
                <a:lnTo>
                  <a:pt x="0" y="2040045"/>
                </a:lnTo>
                <a:lnTo>
                  <a:pt x="0" y="0"/>
                </a:lnTo>
                <a:close/>
              </a:path>
            </a:pathLst>
          </a:custGeom>
          <a:blipFill>
            <a:blip r:embed="rId9"/>
            <a:stretch>
              <a:fillRect l="0" t="0" r="0" b="-6931"/>
            </a:stretch>
          </a:blipFill>
        </p:spPr>
      </p:sp>
      <p:sp>
        <p:nvSpPr>
          <p:cNvPr name="Freeform 24" id="24"/>
          <p:cNvSpPr/>
          <p:nvPr/>
        </p:nvSpPr>
        <p:spPr>
          <a:xfrm flipH="false" flipV="false" rot="0">
            <a:off x="3821982" y="3577247"/>
            <a:ext cx="11454550" cy="6525779"/>
          </a:xfrm>
          <a:custGeom>
            <a:avLst/>
            <a:gdLst/>
            <a:ahLst/>
            <a:cxnLst/>
            <a:rect r="r" b="b" t="t" l="l"/>
            <a:pathLst>
              <a:path h="6525779" w="11454550">
                <a:moveTo>
                  <a:pt x="0" y="0"/>
                </a:moveTo>
                <a:lnTo>
                  <a:pt x="11454551" y="0"/>
                </a:lnTo>
                <a:lnTo>
                  <a:pt x="11454551" y="6525779"/>
                </a:lnTo>
                <a:lnTo>
                  <a:pt x="0" y="6525779"/>
                </a:lnTo>
                <a:lnTo>
                  <a:pt x="0" y="0"/>
                </a:lnTo>
                <a:close/>
              </a:path>
            </a:pathLst>
          </a:custGeom>
          <a:blipFill>
            <a:blip r:embed="rId10"/>
            <a:stretch>
              <a:fillRect l="0" t="-15822" r="0" b="-15822"/>
            </a:stretch>
          </a:blipFill>
        </p:spPr>
      </p:sp>
      <p:sp>
        <p:nvSpPr>
          <p:cNvPr name="TextBox 25" id="25"/>
          <p:cNvSpPr txBox="true"/>
          <p:nvPr/>
        </p:nvSpPr>
        <p:spPr>
          <a:xfrm rot="0">
            <a:off x="6544608" y="9437351"/>
            <a:ext cx="6989474" cy="438150"/>
          </a:xfrm>
          <a:prstGeom prst="rect">
            <a:avLst/>
          </a:prstGeom>
        </p:spPr>
        <p:txBody>
          <a:bodyPr anchor="t" rtlCol="false" tIns="0" lIns="0" bIns="0" rIns="0">
            <a:spAutoFit/>
          </a:bodyPr>
          <a:lstStyle/>
          <a:p>
            <a:pPr algn="ctr">
              <a:lnSpc>
                <a:spcPts val="3240"/>
              </a:lnSpc>
            </a:pPr>
            <a:r>
              <a:rPr lang="en-US" sz="2700">
                <a:solidFill>
                  <a:srgbClr val="000000"/>
                </a:solidFill>
                <a:latin typeface="Bodoni FLF"/>
                <a:ea typeface="Bodoni FLF"/>
                <a:cs typeface="Bodoni FLF"/>
                <a:sym typeface="Bodoni FLF"/>
              </a:rPr>
              <a:t>El</a:t>
            </a:r>
            <a:r>
              <a:rPr lang="en-US" sz="2700">
                <a:solidFill>
                  <a:srgbClr val="000000"/>
                </a:solidFill>
                <a:latin typeface="Bodoni FLF"/>
                <a:ea typeface="Bodoni FLF"/>
                <a:cs typeface="Bodoni FLF"/>
                <a:sym typeface="Bodoni FLF"/>
              </a:rPr>
              <a:t>ectronics and communications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181"/>
            <a:ext cx="18288000" cy="10285371"/>
            <a:chOff x="0" y="0"/>
            <a:chExt cx="24384000" cy="13713828"/>
          </a:xfrm>
        </p:grpSpPr>
        <p:sp>
          <p:nvSpPr>
            <p:cNvPr name="Freeform 3" id="3"/>
            <p:cNvSpPr/>
            <p:nvPr/>
          </p:nvSpPr>
          <p:spPr>
            <a:xfrm flipH="false" flipV="false" rot="0">
              <a:off x="0" y="0"/>
              <a:ext cx="24384000" cy="13713840"/>
            </a:xfrm>
            <a:custGeom>
              <a:avLst/>
              <a:gdLst/>
              <a:ahLst/>
              <a:cxnLst/>
              <a:rect r="r" b="b" t="t" l="l"/>
              <a:pathLst>
                <a:path h="13713840" w="24384000">
                  <a:moveTo>
                    <a:pt x="0" y="0"/>
                  </a:moveTo>
                  <a:lnTo>
                    <a:pt x="24384000" y="0"/>
                  </a:lnTo>
                  <a:lnTo>
                    <a:pt x="24384000" y="13713840"/>
                  </a:lnTo>
                  <a:lnTo>
                    <a:pt x="0" y="13713840"/>
                  </a:lnTo>
                  <a:close/>
                </a:path>
              </a:pathLst>
            </a:custGeom>
            <a:blipFill>
              <a:blip r:embed="rId3"/>
              <a:stretch>
                <a:fillRect l="0" t="-7" r="0" b="-7"/>
              </a:stretch>
            </a:blipFill>
          </p:spPr>
        </p:sp>
      </p:grpSp>
      <p:grpSp>
        <p:nvGrpSpPr>
          <p:cNvPr name="Group 4" id="4"/>
          <p:cNvGrpSpPr/>
          <p:nvPr/>
        </p:nvGrpSpPr>
        <p:grpSpPr>
          <a:xfrm rot="0">
            <a:off x="4829" y="4001043"/>
            <a:ext cx="6286500" cy="6285500"/>
            <a:chOff x="0" y="0"/>
            <a:chExt cx="8382000" cy="8380666"/>
          </a:xfrm>
        </p:grpSpPr>
        <p:sp>
          <p:nvSpPr>
            <p:cNvPr name="Freeform 5" id="5"/>
            <p:cNvSpPr/>
            <p:nvPr/>
          </p:nvSpPr>
          <p:spPr>
            <a:xfrm flipH="false" flipV="false" rot="0">
              <a:off x="0" y="0"/>
              <a:ext cx="8382000" cy="8380730"/>
            </a:xfrm>
            <a:custGeom>
              <a:avLst/>
              <a:gdLst/>
              <a:ahLst/>
              <a:cxnLst/>
              <a:rect r="r" b="b" t="t" l="l"/>
              <a:pathLst>
                <a:path h="8380730" w="8382000">
                  <a:moveTo>
                    <a:pt x="0" y="4190365"/>
                  </a:moveTo>
                  <a:cubicBezTo>
                    <a:pt x="0" y="1876044"/>
                    <a:pt x="1876425" y="0"/>
                    <a:pt x="4191000" y="0"/>
                  </a:cubicBezTo>
                  <a:cubicBezTo>
                    <a:pt x="6505575" y="0"/>
                    <a:pt x="8382000" y="1876044"/>
                    <a:pt x="8382000" y="4190365"/>
                  </a:cubicBezTo>
                  <a:cubicBezTo>
                    <a:pt x="8382000" y="6504687"/>
                    <a:pt x="6505575" y="8380730"/>
                    <a:pt x="4191000" y="8380730"/>
                  </a:cubicBezTo>
                  <a:cubicBezTo>
                    <a:pt x="1876425" y="8380730"/>
                    <a:pt x="0" y="6504559"/>
                    <a:pt x="0" y="4190365"/>
                  </a:cubicBezTo>
                  <a:close/>
                </a:path>
              </a:pathLst>
            </a:custGeom>
            <a:gradFill rotWithShape="true">
              <a:gsLst>
                <a:gs pos="0">
                  <a:srgbClr val="F7F7F7">
                    <a:alpha val="10980"/>
                  </a:srgbClr>
                </a:gs>
                <a:gs pos="36000">
                  <a:srgbClr val="F7F7F7">
                    <a:alpha val="9803"/>
                  </a:srgbClr>
                </a:gs>
                <a:gs pos="75000">
                  <a:srgbClr val="F7F7F7">
                    <a:alpha val="0"/>
                  </a:srgbClr>
                </a:gs>
                <a:gs pos="100000">
                  <a:srgbClr val="F7F7F7">
                    <a:alpha val="0"/>
                  </a:srgbClr>
                </a:gs>
              </a:gsLst>
              <a:path path="circle">
                <a:fillToRect l="50000" r="50000" t="50000" b="50000"/>
              </a:path>
            </a:gradFill>
          </p:spPr>
        </p:sp>
      </p:grpSp>
      <p:grpSp>
        <p:nvGrpSpPr>
          <p:cNvPr name="Group 6" id="6"/>
          <p:cNvGrpSpPr/>
          <p:nvPr/>
        </p:nvGrpSpPr>
        <p:grpSpPr>
          <a:xfrm rot="0">
            <a:off x="2629" y="4343886"/>
            <a:ext cx="3543300" cy="3542738"/>
            <a:chOff x="0" y="0"/>
            <a:chExt cx="4724400" cy="4723651"/>
          </a:xfrm>
        </p:grpSpPr>
        <p:sp>
          <p:nvSpPr>
            <p:cNvPr name="Freeform 7" id="7"/>
            <p:cNvSpPr/>
            <p:nvPr/>
          </p:nvSpPr>
          <p:spPr>
            <a:xfrm flipH="false" flipV="false" rot="0">
              <a:off x="0" y="0"/>
              <a:ext cx="4724400" cy="4723638"/>
            </a:xfrm>
            <a:custGeom>
              <a:avLst/>
              <a:gdLst/>
              <a:ahLst/>
              <a:cxnLst/>
              <a:rect r="r" b="b" t="t" l="l"/>
              <a:pathLst>
                <a:path h="4723638" w="4724400">
                  <a:moveTo>
                    <a:pt x="0" y="2361819"/>
                  </a:moveTo>
                  <a:cubicBezTo>
                    <a:pt x="0" y="1057402"/>
                    <a:pt x="1057656" y="0"/>
                    <a:pt x="2362200" y="0"/>
                  </a:cubicBezTo>
                  <a:cubicBezTo>
                    <a:pt x="3666744" y="0"/>
                    <a:pt x="4724400" y="1057402"/>
                    <a:pt x="4724400" y="2361819"/>
                  </a:cubicBezTo>
                  <a:cubicBezTo>
                    <a:pt x="4724400" y="3666236"/>
                    <a:pt x="3666744" y="4723638"/>
                    <a:pt x="2362200" y="4723638"/>
                  </a:cubicBezTo>
                  <a:cubicBezTo>
                    <a:pt x="1057656" y="4723638"/>
                    <a:pt x="0" y="3666236"/>
                    <a:pt x="0" y="2361819"/>
                  </a:cubicBezTo>
                  <a:close/>
                </a:path>
              </a:pathLst>
            </a:custGeom>
            <a:gradFill rotWithShape="true">
              <a:gsLst>
                <a:gs pos="0">
                  <a:srgbClr val="F7F7F7">
                    <a:alpha val="7843"/>
                  </a:srgbClr>
                </a:gs>
                <a:gs pos="36000">
                  <a:srgbClr val="F7F7F7">
                    <a:alpha val="7843"/>
                  </a:srgbClr>
                </a:gs>
                <a:gs pos="72000">
                  <a:srgbClr val="F7F7F7">
                    <a:alpha val="0"/>
                  </a:srgbClr>
                </a:gs>
                <a:gs pos="100000">
                  <a:srgbClr val="F7F7F7">
                    <a:alpha val="0"/>
                  </a:srgbClr>
                </a:gs>
              </a:gsLst>
              <a:path path="circle">
                <a:fillToRect l="50000" r="50000" t="50000" b="50000"/>
              </a:path>
            </a:gradFill>
          </p:spPr>
        </p:sp>
      </p:grpSp>
      <p:grpSp>
        <p:nvGrpSpPr>
          <p:cNvPr name="Group 8" id="8"/>
          <p:cNvGrpSpPr/>
          <p:nvPr/>
        </p:nvGrpSpPr>
        <p:grpSpPr>
          <a:xfrm rot="0">
            <a:off x="12913519" y="2515381"/>
            <a:ext cx="4229100" cy="4228433"/>
            <a:chOff x="0" y="0"/>
            <a:chExt cx="5638800" cy="5637911"/>
          </a:xfrm>
        </p:grpSpPr>
        <p:sp>
          <p:nvSpPr>
            <p:cNvPr name="Freeform 9" id="9"/>
            <p:cNvSpPr/>
            <p:nvPr/>
          </p:nvSpPr>
          <p:spPr>
            <a:xfrm flipH="false" flipV="false" rot="0">
              <a:off x="0" y="0"/>
              <a:ext cx="5638800" cy="5637911"/>
            </a:xfrm>
            <a:custGeom>
              <a:avLst/>
              <a:gdLst/>
              <a:ahLst/>
              <a:cxnLst/>
              <a:rect r="r" b="b" t="t" l="l"/>
              <a:pathLst>
                <a:path h="5637911" w="5638800">
                  <a:moveTo>
                    <a:pt x="0" y="2818892"/>
                  </a:moveTo>
                  <a:cubicBezTo>
                    <a:pt x="0" y="1262126"/>
                    <a:pt x="1262253" y="0"/>
                    <a:pt x="2819400" y="0"/>
                  </a:cubicBezTo>
                  <a:cubicBezTo>
                    <a:pt x="4376547" y="0"/>
                    <a:pt x="5638800" y="1262126"/>
                    <a:pt x="5638800" y="2818892"/>
                  </a:cubicBezTo>
                  <a:cubicBezTo>
                    <a:pt x="5638800" y="4375658"/>
                    <a:pt x="4376547" y="5637911"/>
                    <a:pt x="2819400" y="5637911"/>
                  </a:cubicBezTo>
                  <a:cubicBezTo>
                    <a:pt x="1262253" y="5637911"/>
                    <a:pt x="0" y="4375785"/>
                    <a:pt x="0" y="2818892"/>
                  </a:cubicBezTo>
                  <a:close/>
                </a:path>
              </a:pathLst>
            </a:custGeom>
            <a:gradFill rotWithShape="true">
              <a:gsLst>
                <a:gs pos="0">
                  <a:srgbClr val="F7F7F7">
                    <a:alpha val="6666"/>
                  </a:srgbClr>
                </a:gs>
                <a:gs pos="36000">
                  <a:srgbClr val="F7F7F7">
                    <a:alpha val="5882"/>
                  </a:srgbClr>
                </a:gs>
                <a:gs pos="69000">
                  <a:srgbClr val="F7F7F7">
                    <a:alpha val="0"/>
                  </a:srgbClr>
                </a:gs>
                <a:gs pos="100000">
                  <a:srgbClr val="F7F7F7">
                    <a:alpha val="0"/>
                  </a:srgbClr>
                </a:gs>
              </a:gsLst>
              <a:path path="circle">
                <a:fillToRect l="50000" r="50000" t="50000" b="50000"/>
              </a:path>
            </a:gradFill>
          </p:spPr>
        </p:sp>
      </p:grpSp>
      <p:grpSp>
        <p:nvGrpSpPr>
          <p:cNvPr name="Group 10" id="10"/>
          <p:cNvGrpSpPr/>
          <p:nvPr/>
        </p:nvGrpSpPr>
        <p:grpSpPr>
          <a:xfrm rot="0">
            <a:off x="11999119" y="-2381"/>
            <a:ext cx="2400300" cy="2399919"/>
            <a:chOff x="0" y="0"/>
            <a:chExt cx="3200400" cy="3199892"/>
          </a:xfrm>
        </p:grpSpPr>
        <p:sp>
          <p:nvSpPr>
            <p:cNvPr name="Freeform 11" id="11"/>
            <p:cNvSpPr/>
            <p:nvPr/>
          </p:nvSpPr>
          <p:spPr>
            <a:xfrm flipH="false" flipV="false" rot="0">
              <a:off x="0" y="0"/>
              <a:ext cx="3200400" cy="3199892"/>
            </a:xfrm>
            <a:custGeom>
              <a:avLst/>
              <a:gdLst/>
              <a:ahLst/>
              <a:cxnLst/>
              <a:rect r="r" b="b" t="t" l="l"/>
              <a:pathLst>
                <a:path h="3199892" w="3200400">
                  <a:moveTo>
                    <a:pt x="0" y="1599946"/>
                  </a:moveTo>
                  <a:cubicBezTo>
                    <a:pt x="0" y="716280"/>
                    <a:pt x="716407" y="0"/>
                    <a:pt x="1600200" y="0"/>
                  </a:cubicBezTo>
                  <a:cubicBezTo>
                    <a:pt x="2483993" y="0"/>
                    <a:pt x="3200400" y="716280"/>
                    <a:pt x="3200400" y="1599946"/>
                  </a:cubicBezTo>
                  <a:cubicBezTo>
                    <a:pt x="3200400" y="2483612"/>
                    <a:pt x="2483993" y="3199892"/>
                    <a:pt x="1600200" y="3199892"/>
                  </a:cubicBezTo>
                  <a:cubicBezTo>
                    <a:pt x="716407" y="3199892"/>
                    <a:pt x="0" y="2483612"/>
                    <a:pt x="0" y="1599946"/>
                  </a:cubicBezTo>
                  <a:close/>
                </a:path>
              </a:pathLst>
            </a:custGeom>
            <a:gradFill rotWithShape="true">
              <a:gsLst>
                <a:gs pos="0">
                  <a:srgbClr val="F7F7F7">
                    <a:alpha val="13725"/>
                  </a:srgbClr>
                </a:gs>
                <a:gs pos="36000">
                  <a:srgbClr val="F7F7F7">
                    <a:alpha val="6666"/>
                  </a:srgbClr>
                </a:gs>
                <a:gs pos="73000">
                  <a:srgbClr val="F7F7F7">
                    <a:alpha val="0"/>
                  </a:srgbClr>
                </a:gs>
                <a:gs pos="100000">
                  <a:srgbClr val="F7F7F7">
                    <a:alpha val="0"/>
                  </a:srgbClr>
                </a:gs>
              </a:gsLst>
              <a:path path="circle">
                <a:fillToRect l="50000" r="50000" t="50000" b="50000"/>
              </a:path>
            </a:gradFill>
          </p:spPr>
        </p:sp>
      </p:grpSp>
      <p:grpSp>
        <p:nvGrpSpPr>
          <p:cNvPr name="Group 12" id="12"/>
          <p:cNvGrpSpPr/>
          <p:nvPr/>
        </p:nvGrpSpPr>
        <p:grpSpPr>
          <a:xfrm rot="0">
            <a:off x="12913519" y="8810863"/>
            <a:ext cx="1485900" cy="1485662"/>
            <a:chOff x="0" y="0"/>
            <a:chExt cx="1981200" cy="1980882"/>
          </a:xfrm>
        </p:grpSpPr>
        <p:sp>
          <p:nvSpPr>
            <p:cNvPr name="Freeform 13" id="13"/>
            <p:cNvSpPr/>
            <p:nvPr/>
          </p:nvSpPr>
          <p:spPr>
            <a:xfrm flipH="false" flipV="false" rot="0">
              <a:off x="0" y="0"/>
              <a:ext cx="1981200" cy="1980946"/>
            </a:xfrm>
            <a:custGeom>
              <a:avLst/>
              <a:gdLst/>
              <a:ahLst/>
              <a:cxnLst/>
              <a:rect r="r" b="b" t="t" l="l"/>
              <a:pathLst>
                <a:path h="1980946" w="1981200">
                  <a:moveTo>
                    <a:pt x="0" y="990473"/>
                  </a:moveTo>
                  <a:cubicBezTo>
                    <a:pt x="0" y="443484"/>
                    <a:pt x="443484" y="0"/>
                    <a:pt x="990600" y="0"/>
                  </a:cubicBezTo>
                  <a:cubicBezTo>
                    <a:pt x="1537716" y="0"/>
                    <a:pt x="1981200" y="443484"/>
                    <a:pt x="1981200" y="990473"/>
                  </a:cubicBezTo>
                  <a:cubicBezTo>
                    <a:pt x="1981200" y="1537462"/>
                    <a:pt x="1537716" y="1980946"/>
                    <a:pt x="990600" y="1980946"/>
                  </a:cubicBezTo>
                  <a:cubicBezTo>
                    <a:pt x="443484" y="1980946"/>
                    <a:pt x="0" y="1537462"/>
                    <a:pt x="0" y="990473"/>
                  </a:cubicBezTo>
                  <a:close/>
                </a:path>
              </a:pathLst>
            </a:custGeom>
            <a:gradFill rotWithShape="true">
              <a:gsLst>
                <a:gs pos="0">
                  <a:srgbClr val="F7F7F7">
                    <a:alpha val="13725"/>
                  </a:srgbClr>
                </a:gs>
                <a:gs pos="36000">
                  <a:srgbClr val="F7F7F7">
                    <a:alpha val="6666"/>
                  </a:srgbClr>
                </a:gs>
                <a:gs pos="66000">
                  <a:srgbClr val="F7F7F7">
                    <a:alpha val="0"/>
                  </a:srgbClr>
                </a:gs>
                <a:gs pos="100000">
                  <a:srgbClr val="F7F7F7">
                    <a:alpha val="0"/>
                  </a:srgbClr>
                </a:gs>
              </a:gsLst>
              <a:path path="circle">
                <a:fillToRect l="50000" r="50000" t="50000" b="50000"/>
              </a:path>
            </a:gradFill>
          </p:spPr>
        </p:sp>
      </p:grpSp>
      <p:sp>
        <p:nvSpPr>
          <p:cNvPr name="Freeform 14" id="14"/>
          <p:cNvSpPr/>
          <p:nvPr/>
        </p:nvSpPr>
        <p:spPr>
          <a:xfrm flipH="false" flipV="false" rot="0">
            <a:off x="12717616" y="2273276"/>
            <a:ext cx="4987620" cy="1508972"/>
          </a:xfrm>
          <a:custGeom>
            <a:avLst/>
            <a:gdLst/>
            <a:ahLst/>
            <a:cxnLst/>
            <a:rect r="r" b="b" t="t" l="l"/>
            <a:pathLst>
              <a:path h="1508972" w="4987620">
                <a:moveTo>
                  <a:pt x="0" y="0"/>
                </a:moveTo>
                <a:lnTo>
                  <a:pt x="4987620" y="0"/>
                </a:lnTo>
                <a:lnTo>
                  <a:pt x="4987620" y="1508972"/>
                </a:lnTo>
                <a:lnTo>
                  <a:pt x="0" y="15089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688182" y="2800351"/>
            <a:ext cx="16916400" cy="6800849"/>
          </a:xfrm>
          <a:custGeom>
            <a:avLst/>
            <a:gdLst/>
            <a:ahLst/>
            <a:cxnLst/>
            <a:rect r="r" b="b" t="t" l="l"/>
            <a:pathLst>
              <a:path h="6800849" w="16916400">
                <a:moveTo>
                  <a:pt x="0" y="0"/>
                </a:moveTo>
                <a:lnTo>
                  <a:pt x="16916400" y="0"/>
                </a:lnTo>
                <a:lnTo>
                  <a:pt x="16916400" y="6800848"/>
                </a:lnTo>
                <a:lnTo>
                  <a:pt x="0" y="68008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0" y="2381"/>
            <a:ext cx="18288000" cy="10284619"/>
            <a:chOff x="0" y="0"/>
            <a:chExt cx="24384000" cy="13712825"/>
          </a:xfrm>
        </p:grpSpPr>
        <p:sp>
          <p:nvSpPr>
            <p:cNvPr name="Freeform 17" id="17"/>
            <p:cNvSpPr/>
            <p:nvPr/>
          </p:nvSpPr>
          <p:spPr>
            <a:xfrm flipH="false" flipV="false" rot="0">
              <a:off x="0" y="0"/>
              <a:ext cx="24384000" cy="13712825"/>
            </a:xfrm>
            <a:custGeom>
              <a:avLst/>
              <a:gdLst/>
              <a:ahLst/>
              <a:cxnLst/>
              <a:rect r="r" b="b" t="t" l="l"/>
              <a:pathLst>
                <a:path h="13712825" w="24384000">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name="Group 18" id="18"/>
          <p:cNvGrpSpPr/>
          <p:nvPr/>
        </p:nvGrpSpPr>
        <p:grpSpPr>
          <a:xfrm rot="0">
            <a:off x="15656719" y="0"/>
            <a:ext cx="1028700" cy="1714500"/>
            <a:chOff x="0" y="0"/>
            <a:chExt cx="1371600" cy="2286000"/>
          </a:xfrm>
        </p:grpSpPr>
        <p:sp>
          <p:nvSpPr>
            <p:cNvPr name="Freeform 19" id="19"/>
            <p:cNvSpPr/>
            <p:nvPr/>
          </p:nvSpPr>
          <p:spPr>
            <a:xfrm flipH="false" flipV="false" rot="0">
              <a:off x="0" y="0"/>
              <a:ext cx="1371600" cy="2286000"/>
            </a:xfrm>
            <a:custGeom>
              <a:avLst/>
              <a:gdLst/>
              <a:ahLst/>
              <a:cxnLst/>
              <a:rect r="r" b="b" t="t" l="l"/>
              <a:pathLst>
                <a:path h="2286000" w="1371600">
                  <a:moveTo>
                    <a:pt x="0" y="0"/>
                  </a:moveTo>
                  <a:lnTo>
                    <a:pt x="1371600" y="0"/>
                  </a:lnTo>
                  <a:lnTo>
                    <a:pt x="1371600" y="2286000"/>
                  </a:lnTo>
                  <a:lnTo>
                    <a:pt x="0" y="2286000"/>
                  </a:lnTo>
                  <a:close/>
                </a:path>
              </a:pathLst>
            </a:custGeom>
            <a:solidFill>
              <a:srgbClr val="ACD433"/>
            </a:solidFill>
          </p:spPr>
        </p:sp>
      </p:grpSp>
      <p:grpSp>
        <p:nvGrpSpPr>
          <p:cNvPr name="Group 20" id="20"/>
          <p:cNvGrpSpPr/>
          <p:nvPr/>
        </p:nvGrpSpPr>
        <p:grpSpPr>
          <a:xfrm rot="0">
            <a:off x="15528131" y="442912"/>
            <a:ext cx="1257300" cy="1152525"/>
            <a:chOff x="0" y="0"/>
            <a:chExt cx="1676400" cy="1536700"/>
          </a:xfrm>
        </p:grpSpPr>
        <p:sp>
          <p:nvSpPr>
            <p:cNvPr name="Freeform 21" id="21"/>
            <p:cNvSpPr/>
            <p:nvPr/>
          </p:nvSpPr>
          <p:spPr>
            <a:xfrm flipH="false" flipV="false" rot="0">
              <a:off x="0" y="0"/>
              <a:ext cx="1676400" cy="1536700"/>
            </a:xfrm>
            <a:custGeom>
              <a:avLst/>
              <a:gdLst/>
              <a:ahLst/>
              <a:cxnLst/>
              <a:rect r="r" b="b" t="t" l="l"/>
              <a:pathLst>
                <a:path h="1536700" w="1676400">
                  <a:moveTo>
                    <a:pt x="0" y="0"/>
                  </a:moveTo>
                  <a:lnTo>
                    <a:pt x="1676400" y="0"/>
                  </a:lnTo>
                  <a:lnTo>
                    <a:pt x="1676400" y="1536700"/>
                  </a:lnTo>
                  <a:lnTo>
                    <a:pt x="0" y="1536700"/>
                  </a:lnTo>
                  <a:close/>
                </a:path>
              </a:pathLst>
            </a:custGeom>
            <a:blipFill>
              <a:blip r:embed="rId8">
                <a:alphaModFix amt="0"/>
              </a:blip>
              <a:stretch>
                <a:fillRect l="-67611" t="0" r="-67611" b="0"/>
              </a:stretch>
            </a:blipFill>
          </p:spPr>
        </p:sp>
        <p:sp>
          <p:nvSpPr>
            <p:cNvPr name="TextBox 22" id="22"/>
            <p:cNvSpPr txBox="true"/>
            <p:nvPr/>
          </p:nvSpPr>
          <p:spPr>
            <a:xfrm>
              <a:off x="0" y="0"/>
              <a:ext cx="1676400" cy="1536700"/>
            </a:xfrm>
            <a:prstGeom prst="rect">
              <a:avLst/>
            </a:prstGeom>
          </p:spPr>
          <p:txBody>
            <a:bodyPr anchor="b" rtlCol="false" tIns="0" lIns="0" bIns="0" rIns="0"/>
            <a:lstStyle/>
            <a:p>
              <a:pPr algn="ctr">
                <a:lnSpc>
                  <a:spcPts val="5040"/>
                </a:lnSpc>
              </a:pPr>
              <a:r>
                <a:rPr lang="en-US" sz="4200">
                  <a:solidFill>
                    <a:srgbClr val="FFFFFF"/>
                  </a:solidFill>
                  <a:latin typeface="Century Gothic Paneuropean"/>
                  <a:ea typeface="Century Gothic Paneuropean"/>
                  <a:cs typeface="Century Gothic Paneuropean"/>
                  <a:sym typeface="Century Gothic Paneuropean"/>
                </a:rPr>
                <a:t>9</a:t>
              </a:r>
            </a:p>
          </p:txBody>
        </p:sp>
      </p:grpSp>
      <p:sp>
        <p:nvSpPr>
          <p:cNvPr name="Freeform 23" id="23"/>
          <p:cNvSpPr/>
          <p:nvPr/>
        </p:nvSpPr>
        <p:spPr>
          <a:xfrm flipH="false" flipV="false" rot="0">
            <a:off x="740835" y="770563"/>
            <a:ext cx="3081147" cy="2040045"/>
          </a:xfrm>
          <a:custGeom>
            <a:avLst/>
            <a:gdLst/>
            <a:ahLst/>
            <a:cxnLst/>
            <a:rect r="r" b="b" t="t" l="l"/>
            <a:pathLst>
              <a:path h="2040045" w="3081147">
                <a:moveTo>
                  <a:pt x="0" y="0"/>
                </a:moveTo>
                <a:lnTo>
                  <a:pt x="3081147" y="0"/>
                </a:lnTo>
                <a:lnTo>
                  <a:pt x="3081147" y="2040045"/>
                </a:lnTo>
                <a:lnTo>
                  <a:pt x="0" y="2040045"/>
                </a:lnTo>
                <a:lnTo>
                  <a:pt x="0" y="0"/>
                </a:lnTo>
                <a:close/>
              </a:path>
            </a:pathLst>
          </a:custGeom>
          <a:blipFill>
            <a:blip r:embed="rId9"/>
            <a:stretch>
              <a:fillRect l="0" t="0" r="0" b="-6931"/>
            </a:stretch>
          </a:blipFill>
        </p:spPr>
      </p:sp>
      <p:sp>
        <p:nvSpPr>
          <p:cNvPr name="Freeform 24" id="24"/>
          <p:cNvSpPr/>
          <p:nvPr/>
        </p:nvSpPr>
        <p:spPr>
          <a:xfrm flipH="false" flipV="false" rot="0">
            <a:off x="5622128" y="4099952"/>
            <a:ext cx="7577141" cy="5048270"/>
          </a:xfrm>
          <a:custGeom>
            <a:avLst/>
            <a:gdLst/>
            <a:ahLst/>
            <a:cxnLst/>
            <a:rect r="r" b="b" t="t" l="l"/>
            <a:pathLst>
              <a:path h="5048270" w="7577141">
                <a:moveTo>
                  <a:pt x="0" y="0"/>
                </a:moveTo>
                <a:lnTo>
                  <a:pt x="7577141" y="0"/>
                </a:lnTo>
                <a:lnTo>
                  <a:pt x="7577141" y="5048270"/>
                </a:lnTo>
                <a:lnTo>
                  <a:pt x="0" y="5048270"/>
                </a:lnTo>
                <a:lnTo>
                  <a:pt x="0" y="0"/>
                </a:lnTo>
                <a:close/>
              </a:path>
            </a:pathLst>
          </a:custGeom>
          <a:blipFill>
            <a:blip r:embed="rId10"/>
            <a:stretch>
              <a:fillRect l="0" t="0" r="0" b="0"/>
            </a:stretch>
          </a:blipFill>
        </p:spPr>
      </p:sp>
      <p:sp>
        <p:nvSpPr>
          <p:cNvPr name="TextBox 25" id="25"/>
          <p:cNvSpPr txBox="true"/>
          <p:nvPr/>
        </p:nvSpPr>
        <p:spPr>
          <a:xfrm rot="0">
            <a:off x="6544608" y="9437351"/>
            <a:ext cx="6989474" cy="438150"/>
          </a:xfrm>
          <a:prstGeom prst="rect">
            <a:avLst/>
          </a:prstGeom>
        </p:spPr>
        <p:txBody>
          <a:bodyPr anchor="t" rtlCol="false" tIns="0" lIns="0" bIns="0" rIns="0">
            <a:spAutoFit/>
          </a:bodyPr>
          <a:lstStyle/>
          <a:p>
            <a:pPr algn="ctr">
              <a:lnSpc>
                <a:spcPts val="3240"/>
              </a:lnSpc>
            </a:pPr>
            <a:r>
              <a:rPr lang="en-US" sz="2700">
                <a:solidFill>
                  <a:srgbClr val="000000"/>
                </a:solidFill>
                <a:latin typeface="Bodoni FLF"/>
                <a:ea typeface="Bodoni FLF"/>
                <a:cs typeface="Bodoni FLF"/>
                <a:sym typeface="Bodoni FLF"/>
              </a:rPr>
              <a:t>El</a:t>
            </a:r>
            <a:r>
              <a:rPr lang="en-US" sz="2700">
                <a:solidFill>
                  <a:srgbClr val="000000"/>
                </a:solidFill>
                <a:latin typeface="Bodoni FLF"/>
                <a:ea typeface="Bodoni FLF"/>
                <a:cs typeface="Bodoni FLF"/>
                <a:sym typeface="Bodoni FLF"/>
              </a:rPr>
              <a:t>ectronics and communications</a:t>
            </a:r>
          </a:p>
        </p:txBody>
      </p:sp>
      <p:sp>
        <p:nvSpPr>
          <p:cNvPr name="TextBox 26" id="26"/>
          <p:cNvSpPr txBox="true"/>
          <p:nvPr/>
        </p:nvSpPr>
        <p:spPr>
          <a:xfrm rot="0">
            <a:off x="2599501" y="3981993"/>
            <a:ext cx="1892856" cy="542925"/>
          </a:xfrm>
          <a:prstGeom prst="rect">
            <a:avLst/>
          </a:prstGeom>
        </p:spPr>
        <p:txBody>
          <a:bodyPr anchor="t" rtlCol="false" tIns="0" lIns="0" bIns="0" rIns="0">
            <a:spAutoFit/>
          </a:bodyPr>
          <a:lstStyle/>
          <a:p>
            <a:pPr algn="ctr">
              <a:lnSpc>
                <a:spcPts val="4199"/>
              </a:lnSpc>
              <a:spcBef>
                <a:spcPct val="0"/>
              </a:spcBef>
            </a:pPr>
            <a:r>
              <a:rPr lang="en-US" b="true" sz="3499">
                <a:solidFill>
                  <a:srgbClr val="000000"/>
                </a:solidFill>
                <a:latin typeface="Times New Roman Bold"/>
                <a:ea typeface="Times New Roman Bold"/>
                <a:cs typeface="Times New Roman Bold"/>
                <a:sym typeface="Times New Roman Bold"/>
              </a:rPr>
              <a:t>Circuitry</a:t>
            </a:r>
            <a:r>
              <a:rPr lang="en-US" sz="3499">
                <a:solidFill>
                  <a:srgbClr val="000000"/>
                </a:solidFill>
                <a:latin typeface="Times New Roman"/>
                <a:ea typeface="Times New Roman"/>
                <a:cs typeface="Times New Roman"/>
                <a:sym typeface="Times New Roman"/>
              </a:rPr>
              <a: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181"/>
            <a:ext cx="18288000" cy="10285371"/>
            <a:chOff x="0" y="0"/>
            <a:chExt cx="24384000" cy="13713828"/>
          </a:xfrm>
        </p:grpSpPr>
        <p:sp>
          <p:nvSpPr>
            <p:cNvPr name="Freeform 3" id="3"/>
            <p:cNvSpPr/>
            <p:nvPr/>
          </p:nvSpPr>
          <p:spPr>
            <a:xfrm flipH="false" flipV="false" rot="0">
              <a:off x="0" y="0"/>
              <a:ext cx="24384000" cy="13713840"/>
            </a:xfrm>
            <a:custGeom>
              <a:avLst/>
              <a:gdLst/>
              <a:ahLst/>
              <a:cxnLst/>
              <a:rect r="r" b="b" t="t" l="l"/>
              <a:pathLst>
                <a:path h="13713840" w="24384000">
                  <a:moveTo>
                    <a:pt x="0" y="0"/>
                  </a:moveTo>
                  <a:lnTo>
                    <a:pt x="24384000" y="0"/>
                  </a:lnTo>
                  <a:lnTo>
                    <a:pt x="24384000" y="13713840"/>
                  </a:lnTo>
                  <a:lnTo>
                    <a:pt x="0" y="13713840"/>
                  </a:lnTo>
                  <a:close/>
                </a:path>
              </a:pathLst>
            </a:custGeom>
            <a:blipFill>
              <a:blip r:embed="rId3"/>
              <a:stretch>
                <a:fillRect l="0" t="-7" r="0" b="-7"/>
              </a:stretch>
            </a:blipFill>
          </p:spPr>
        </p:sp>
      </p:grpSp>
      <p:grpSp>
        <p:nvGrpSpPr>
          <p:cNvPr name="Group 4" id="4"/>
          <p:cNvGrpSpPr/>
          <p:nvPr/>
        </p:nvGrpSpPr>
        <p:grpSpPr>
          <a:xfrm rot="0">
            <a:off x="4829" y="4001043"/>
            <a:ext cx="6286500" cy="6285500"/>
            <a:chOff x="0" y="0"/>
            <a:chExt cx="8382000" cy="8380666"/>
          </a:xfrm>
        </p:grpSpPr>
        <p:sp>
          <p:nvSpPr>
            <p:cNvPr name="Freeform 5" id="5"/>
            <p:cNvSpPr/>
            <p:nvPr/>
          </p:nvSpPr>
          <p:spPr>
            <a:xfrm flipH="false" flipV="false" rot="0">
              <a:off x="0" y="0"/>
              <a:ext cx="8382000" cy="8380730"/>
            </a:xfrm>
            <a:custGeom>
              <a:avLst/>
              <a:gdLst/>
              <a:ahLst/>
              <a:cxnLst/>
              <a:rect r="r" b="b" t="t" l="l"/>
              <a:pathLst>
                <a:path h="8380730" w="8382000">
                  <a:moveTo>
                    <a:pt x="0" y="4190365"/>
                  </a:moveTo>
                  <a:cubicBezTo>
                    <a:pt x="0" y="1876044"/>
                    <a:pt x="1876425" y="0"/>
                    <a:pt x="4191000" y="0"/>
                  </a:cubicBezTo>
                  <a:cubicBezTo>
                    <a:pt x="6505575" y="0"/>
                    <a:pt x="8382000" y="1876044"/>
                    <a:pt x="8382000" y="4190365"/>
                  </a:cubicBezTo>
                  <a:cubicBezTo>
                    <a:pt x="8382000" y="6504687"/>
                    <a:pt x="6505575" y="8380730"/>
                    <a:pt x="4191000" y="8380730"/>
                  </a:cubicBezTo>
                  <a:cubicBezTo>
                    <a:pt x="1876425" y="8380730"/>
                    <a:pt x="0" y="6504559"/>
                    <a:pt x="0" y="4190365"/>
                  </a:cubicBezTo>
                  <a:close/>
                </a:path>
              </a:pathLst>
            </a:custGeom>
            <a:gradFill rotWithShape="true">
              <a:gsLst>
                <a:gs pos="0">
                  <a:srgbClr val="F7F7F7">
                    <a:alpha val="10980"/>
                  </a:srgbClr>
                </a:gs>
                <a:gs pos="36000">
                  <a:srgbClr val="F7F7F7">
                    <a:alpha val="9803"/>
                  </a:srgbClr>
                </a:gs>
                <a:gs pos="75000">
                  <a:srgbClr val="F7F7F7">
                    <a:alpha val="0"/>
                  </a:srgbClr>
                </a:gs>
                <a:gs pos="100000">
                  <a:srgbClr val="F7F7F7">
                    <a:alpha val="0"/>
                  </a:srgbClr>
                </a:gs>
              </a:gsLst>
              <a:path path="circle">
                <a:fillToRect l="50000" r="50000" t="50000" b="50000"/>
              </a:path>
            </a:gradFill>
          </p:spPr>
        </p:sp>
      </p:grpSp>
      <p:grpSp>
        <p:nvGrpSpPr>
          <p:cNvPr name="Group 6" id="6"/>
          <p:cNvGrpSpPr/>
          <p:nvPr/>
        </p:nvGrpSpPr>
        <p:grpSpPr>
          <a:xfrm rot="0">
            <a:off x="2629" y="4343886"/>
            <a:ext cx="3543300" cy="3542738"/>
            <a:chOff x="0" y="0"/>
            <a:chExt cx="4724400" cy="4723651"/>
          </a:xfrm>
        </p:grpSpPr>
        <p:sp>
          <p:nvSpPr>
            <p:cNvPr name="Freeform 7" id="7"/>
            <p:cNvSpPr/>
            <p:nvPr/>
          </p:nvSpPr>
          <p:spPr>
            <a:xfrm flipH="false" flipV="false" rot="0">
              <a:off x="0" y="0"/>
              <a:ext cx="4724400" cy="4723638"/>
            </a:xfrm>
            <a:custGeom>
              <a:avLst/>
              <a:gdLst/>
              <a:ahLst/>
              <a:cxnLst/>
              <a:rect r="r" b="b" t="t" l="l"/>
              <a:pathLst>
                <a:path h="4723638" w="4724400">
                  <a:moveTo>
                    <a:pt x="0" y="2361819"/>
                  </a:moveTo>
                  <a:cubicBezTo>
                    <a:pt x="0" y="1057402"/>
                    <a:pt x="1057656" y="0"/>
                    <a:pt x="2362200" y="0"/>
                  </a:cubicBezTo>
                  <a:cubicBezTo>
                    <a:pt x="3666744" y="0"/>
                    <a:pt x="4724400" y="1057402"/>
                    <a:pt x="4724400" y="2361819"/>
                  </a:cubicBezTo>
                  <a:cubicBezTo>
                    <a:pt x="4724400" y="3666236"/>
                    <a:pt x="3666744" y="4723638"/>
                    <a:pt x="2362200" y="4723638"/>
                  </a:cubicBezTo>
                  <a:cubicBezTo>
                    <a:pt x="1057656" y="4723638"/>
                    <a:pt x="0" y="3666236"/>
                    <a:pt x="0" y="2361819"/>
                  </a:cubicBezTo>
                  <a:close/>
                </a:path>
              </a:pathLst>
            </a:custGeom>
            <a:gradFill rotWithShape="true">
              <a:gsLst>
                <a:gs pos="0">
                  <a:srgbClr val="F7F7F7">
                    <a:alpha val="7843"/>
                  </a:srgbClr>
                </a:gs>
                <a:gs pos="36000">
                  <a:srgbClr val="F7F7F7">
                    <a:alpha val="7843"/>
                  </a:srgbClr>
                </a:gs>
                <a:gs pos="72000">
                  <a:srgbClr val="F7F7F7">
                    <a:alpha val="0"/>
                  </a:srgbClr>
                </a:gs>
                <a:gs pos="100000">
                  <a:srgbClr val="F7F7F7">
                    <a:alpha val="0"/>
                  </a:srgbClr>
                </a:gs>
              </a:gsLst>
              <a:path path="circle">
                <a:fillToRect l="50000" r="50000" t="50000" b="50000"/>
              </a:path>
            </a:gradFill>
          </p:spPr>
        </p:sp>
      </p:grpSp>
      <p:grpSp>
        <p:nvGrpSpPr>
          <p:cNvPr name="Group 8" id="8"/>
          <p:cNvGrpSpPr/>
          <p:nvPr/>
        </p:nvGrpSpPr>
        <p:grpSpPr>
          <a:xfrm rot="0">
            <a:off x="12913519" y="2515381"/>
            <a:ext cx="4229100" cy="4228433"/>
            <a:chOff x="0" y="0"/>
            <a:chExt cx="5638800" cy="5637911"/>
          </a:xfrm>
        </p:grpSpPr>
        <p:sp>
          <p:nvSpPr>
            <p:cNvPr name="Freeform 9" id="9"/>
            <p:cNvSpPr/>
            <p:nvPr/>
          </p:nvSpPr>
          <p:spPr>
            <a:xfrm flipH="false" flipV="false" rot="0">
              <a:off x="0" y="0"/>
              <a:ext cx="5638800" cy="5637911"/>
            </a:xfrm>
            <a:custGeom>
              <a:avLst/>
              <a:gdLst/>
              <a:ahLst/>
              <a:cxnLst/>
              <a:rect r="r" b="b" t="t" l="l"/>
              <a:pathLst>
                <a:path h="5637911" w="5638800">
                  <a:moveTo>
                    <a:pt x="0" y="2818892"/>
                  </a:moveTo>
                  <a:cubicBezTo>
                    <a:pt x="0" y="1262126"/>
                    <a:pt x="1262253" y="0"/>
                    <a:pt x="2819400" y="0"/>
                  </a:cubicBezTo>
                  <a:cubicBezTo>
                    <a:pt x="4376547" y="0"/>
                    <a:pt x="5638800" y="1262126"/>
                    <a:pt x="5638800" y="2818892"/>
                  </a:cubicBezTo>
                  <a:cubicBezTo>
                    <a:pt x="5638800" y="4375658"/>
                    <a:pt x="4376547" y="5637911"/>
                    <a:pt x="2819400" y="5637911"/>
                  </a:cubicBezTo>
                  <a:cubicBezTo>
                    <a:pt x="1262253" y="5637911"/>
                    <a:pt x="0" y="4375785"/>
                    <a:pt x="0" y="2818892"/>
                  </a:cubicBezTo>
                  <a:close/>
                </a:path>
              </a:pathLst>
            </a:custGeom>
            <a:gradFill rotWithShape="true">
              <a:gsLst>
                <a:gs pos="0">
                  <a:srgbClr val="F7F7F7">
                    <a:alpha val="6666"/>
                  </a:srgbClr>
                </a:gs>
                <a:gs pos="36000">
                  <a:srgbClr val="F7F7F7">
                    <a:alpha val="5882"/>
                  </a:srgbClr>
                </a:gs>
                <a:gs pos="69000">
                  <a:srgbClr val="F7F7F7">
                    <a:alpha val="0"/>
                  </a:srgbClr>
                </a:gs>
                <a:gs pos="100000">
                  <a:srgbClr val="F7F7F7">
                    <a:alpha val="0"/>
                  </a:srgbClr>
                </a:gs>
              </a:gsLst>
              <a:path path="circle">
                <a:fillToRect l="50000" r="50000" t="50000" b="50000"/>
              </a:path>
            </a:gradFill>
          </p:spPr>
        </p:sp>
      </p:grpSp>
      <p:grpSp>
        <p:nvGrpSpPr>
          <p:cNvPr name="Group 10" id="10"/>
          <p:cNvGrpSpPr/>
          <p:nvPr/>
        </p:nvGrpSpPr>
        <p:grpSpPr>
          <a:xfrm rot="0">
            <a:off x="11999119" y="-2381"/>
            <a:ext cx="2400300" cy="2399919"/>
            <a:chOff x="0" y="0"/>
            <a:chExt cx="3200400" cy="3199892"/>
          </a:xfrm>
        </p:grpSpPr>
        <p:sp>
          <p:nvSpPr>
            <p:cNvPr name="Freeform 11" id="11"/>
            <p:cNvSpPr/>
            <p:nvPr/>
          </p:nvSpPr>
          <p:spPr>
            <a:xfrm flipH="false" flipV="false" rot="0">
              <a:off x="0" y="0"/>
              <a:ext cx="3200400" cy="3199892"/>
            </a:xfrm>
            <a:custGeom>
              <a:avLst/>
              <a:gdLst/>
              <a:ahLst/>
              <a:cxnLst/>
              <a:rect r="r" b="b" t="t" l="l"/>
              <a:pathLst>
                <a:path h="3199892" w="3200400">
                  <a:moveTo>
                    <a:pt x="0" y="1599946"/>
                  </a:moveTo>
                  <a:cubicBezTo>
                    <a:pt x="0" y="716280"/>
                    <a:pt x="716407" y="0"/>
                    <a:pt x="1600200" y="0"/>
                  </a:cubicBezTo>
                  <a:cubicBezTo>
                    <a:pt x="2483993" y="0"/>
                    <a:pt x="3200400" y="716280"/>
                    <a:pt x="3200400" y="1599946"/>
                  </a:cubicBezTo>
                  <a:cubicBezTo>
                    <a:pt x="3200400" y="2483612"/>
                    <a:pt x="2483993" y="3199892"/>
                    <a:pt x="1600200" y="3199892"/>
                  </a:cubicBezTo>
                  <a:cubicBezTo>
                    <a:pt x="716407" y="3199892"/>
                    <a:pt x="0" y="2483612"/>
                    <a:pt x="0" y="1599946"/>
                  </a:cubicBezTo>
                  <a:close/>
                </a:path>
              </a:pathLst>
            </a:custGeom>
            <a:gradFill rotWithShape="true">
              <a:gsLst>
                <a:gs pos="0">
                  <a:srgbClr val="F7F7F7">
                    <a:alpha val="13725"/>
                  </a:srgbClr>
                </a:gs>
                <a:gs pos="36000">
                  <a:srgbClr val="F7F7F7">
                    <a:alpha val="6666"/>
                  </a:srgbClr>
                </a:gs>
                <a:gs pos="73000">
                  <a:srgbClr val="F7F7F7">
                    <a:alpha val="0"/>
                  </a:srgbClr>
                </a:gs>
                <a:gs pos="100000">
                  <a:srgbClr val="F7F7F7">
                    <a:alpha val="0"/>
                  </a:srgbClr>
                </a:gs>
              </a:gsLst>
              <a:path path="circle">
                <a:fillToRect l="50000" r="50000" t="50000" b="50000"/>
              </a:path>
            </a:gradFill>
          </p:spPr>
        </p:sp>
      </p:grpSp>
      <p:grpSp>
        <p:nvGrpSpPr>
          <p:cNvPr name="Group 12" id="12"/>
          <p:cNvGrpSpPr/>
          <p:nvPr/>
        </p:nvGrpSpPr>
        <p:grpSpPr>
          <a:xfrm rot="0">
            <a:off x="12913519" y="8810863"/>
            <a:ext cx="1485900" cy="1485662"/>
            <a:chOff x="0" y="0"/>
            <a:chExt cx="1981200" cy="1980882"/>
          </a:xfrm>
        </p:grpSpPr>
        <p:sp>
          <p:nvSpPr>
            <p:cNvPr name="Freeform 13" id="13"/>
            <p:cNvSpPr/>
            <p:nvPr/>
          </p:nvSpPr>
          <p:spPr>
            <a:xfrm flipH="false" flipV="false" rot="0">
              <a:off x="0" y="0"/>
              <a:ext cx="1981200" cy="1980946"/>
            </a:xfrm>
            <a:custGeom>
              <a:avLst/>
              <a:gdLst/>
              <a:ahLst/>
              <a:cxnLst/>
              <a:rect r="r" b="b" t="t" l="l"/>
              <a:pathLst>
                <a:path h="1980946" w="1981200">
                  <a:moveTo>
                    <a:pt x="0" y="990473"/>
                  </a:moveTo>
                  <a:cubicBezTo>
                    <a:pt x="0" y="443484"/>
                    <a:pt x="443484" y="0"/>
                    <a:pt x="990600" y="0"/>
                  </a:cubicBezTo>
                  <a:cubicBezTo>
                    <a:pt x="1537716" y="0"/>
                    <a:pt x="1981200" y="443484"/>
                    <a:pt x="1981200" y="990473"/>
                  </a:cubicBezTo>
                  <a:cubicBezTo>
                    <a:pt x="1981200" y="1537462"/>
                    <a:pt x="1537716" y="1980946"/>
                    <a:pt x="990600" y="1980946"/>
                  </a:cubicBezTo>
                  <a:cubicBezTo>
                    <a:pt x="443484" y="1980946"/>
                    <a:pt x="0" y="1537462"/>
                    <a:pt x="0" y="990473"/>
                  </a:cubicBezTo>
                  <a:close/>
                </a:path>
              </a:pathLst>
            </a:custGeom>
            <a:gradFill rotWithShape="true">
              <a:gsLst>
                <a:gs pos="0">
                  <a:srgbClr val="F7F7F7">
                    <a:alpha val="13725"/>
                  </a:srgbClr>
                </a:gs>
                <a:gs pos="36000">
                  <a:srgbClr val="F7F7F7">
                    <a:alpha val="6666"/>
                  </a:srgbClr>
                </a:gs>
                <a:gs pos="66000">
                  <a:srgbClr val="F7F7F7">
                    <a:alpha val="0"/>
                  </a:srgbClr>
                </a:gs>
                <a:gs pos="100000">
                  <a:srgbClr val="F7F7F7">
                    <a:alpha val="0"/>
                  </a:srgbClr>
                </a:gs>
              </a:gsLst>
              <a:path path="circle">
                <a:fillToRect l="50000" r="50000" t="50000" b="50000"/>
              </a:path>
            </a:gradFill>
          </p:spPr>
        </p:sp>
      </p:grpSp>
      <p:sp>
        <p:nvSpPr>
          <p:cNvPr name="Freeform 14" id="14"/>
          <p:cNvSpPr/>
          <p:nvPr/>
        </p:nvSpPr>
        <p:spPr>
          <a:xfrm flipH="false" flipV="false" rot="0">
            <a:off x="12717616" y="2273276"/>
            <a:ext cx="4987620" cy="1508972"/>
          </a:xfrm>
          <a:custGeom>
            <a:avLst/>
            <a:gdLst/>
            <a:ahLst/>
            <a:cxnLst/>
            <a:rect r="r" b="b" t="t" l="l"/>
            <a:pathLst>
              <a:path h="1508972" w="4987620">
                <a:moveTo>
                  <a:pt x="0" y="0"/>
                </a:moveTo>
                <a:lnTo>
                  <a:pt x="4987620" y="0"/>
                </a:lnTo>
                <a:lnTo>
                  <a:pt x="4987620" y="1508972"/>
                </a:lnTo>
                <a:lnTo>
                  <a:pt x="0" y="15089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688182" y="2800351"/>
            <a:ext cx="16916400" cy="6800849"/>
          </a:xfrm>
          <a:custGeom>
            <a:avLst/>
            <a:gdLst/>
            <a:ahLst/>
            <a:cxnLst/>
            <a:rect r="r" b="b" t="t" l="l"/>
            <a:pathLst>
              <a:path h="6800849" w="16916400">
                <a:moveTo>
                  <a:pt x="0" y="0"/>
                </a:moveTo>
                <a:lnTo>
                  <a:pt x="16916400" y="0"/>
                </a:lnTo>
                <a:lnTo>
                  <a:pt x="16916400" y="6800848"/>
                </a:lnTo>
                <a:lnTo>
                  <a:pt x="0" y="68008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0" y="2381"/>
            <a:ext cx="18288000" cy="10284619"/>
            <a:chOff x="0" y="0"/>
            <a:chExt cx="24384000" cy="13712825"/>
          </a:xfrm>
        </p:grpSpPr>
        <p:sp>
          <p:nvSpPr>
            <p:cNvPr name="Freeform 17" id="17"/>
            <p:cNvSpPr/>
            <p:nvPr/>
          </p:nvSpPr>
          <p:spPr>
            <a:xfrm flipH="false" flipV="false" rot="0">
              <a:off x="0" y="0"/>
              <a:ext cx="24384000" cy="13712825"/>
            </a:xfrm>
            <a:custGeom>
              <a:avLst/>
              <a:gdLst/>
              <a:ahLst/>
              <a:cxnLst/>
              <a:rect r="r" b="b" t="t" l="l"/>
              <a:pathLst>
                <a:path h="13712825" w="24384000">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name="Group 18" id="18"/>
          <p:cNvGrpSpPr/>
          <p:nvPr/>
        </p:nvGrpSpPr>
        <p:grpSpPr>
          <a:xfrm rot="0">
            <a:off x="15656719" y="0"/>
            <a:ext cx="1028700" cy="1714500"/>
            <a:chOff x="0" y="0"/>
            <a:chExt cx="1371600" cy="2286000"/>
          </a:xfrm>
        </p:grpSpPr>
        <p:sp>
          <p:nvSpPr>
            <p:cNvPr name="Freeform 19" id="19"/>
            <p:cNvSpPr/>
            <p:nvPr/>
          </p:nvSpPr>
          <p:spPr>
            <a:xfrm flipH="false" flipV="false" rot="0">
              <a:off x="0" y="0"/>
              <a:ext cx="1371600" cy="2286000"/>
            </a:xfrm>
            <a:custGeom>
              <a:avLst/>
              <a:gdLst/>
              <a:ahLst/>
              <a:cxnLst/>
              <a:rect r="r" b="b" t="t" l="l"/>
              <a:pathLst>
                <a:path h="2286000" w="1371600">
                  <a:moveTo>
                    <a:pt x="0" y="0"/>
                  </a:moveTo>
                  <a:lnTo>
                    <a:pt x="1371600" y="0"/>
                  </a:lnTo>
                  <a:lnTo>
                    <a:pt x="1371600" y="2286000"/>
                  </a:lnTo>
                  <a:lnTo>
                    <a:pt x="0" y="2286000"/>
                  </a:lnTo>
                  <a:close/>
                </a:path>
              </a:pathLst>
            </a:custGeom>
            <a:solidFill>
              <a:srgbClr val="ACD433"/>
            </a:solidFill>
          </p:spPr>
        </p:sp>
      </p:grpSp>
      <p:grpSp>
        <p:nvGrpSpPr>
          <p:cNvPr name="Group 20" id="20"/>
          <p:cNvGrpSpPr/>
          <p:nvPr/>
        </p:nvGrpSpPr>
        <p:grpSpPr>
          <a:xfrm rot="0">
            <a:off x="15528131" y="442912"/>
            <a:ext cx="1257300" cy="1152525"/>
            <a:chOff x="0" y="0"/>
            <a:chExt cx="1676400" cy="1536700"/>
          </a:xfrm>
        </p:grpSpPr>
        <p:sp>
          <p:nvSpPr>
            <p:cNvPr name="Freeform 21" id="21"/>
            <p:cNvSpPr/>
            <p:nvPr/>
          </p:nvSpPr>
          <p:spPr>
            <a:xfrm flipH="false" flipV="false" rot="0">
              <a:off x="0" y="0"/>
              <a:ext cx="1676400" cy="1536700"/>
            </a:xfrm>
            <a:custGeom>
              <a:avLst/>
              <a:gdLst/>
              <a:ahLst/>
              <a:cxnLst/>
              <a:rect r="r" b="b" t="t" l="l"/>
              <a:pathLst>
                <a:path h="1536700" w="1676400">
                  <a:moveTo>
                    <a:pt x="0" y="0"/>
                  </a:moveTo>
                  <a:lnTo>
                    <a:pt x="1676400" y="0"/>
                  </a:lnTo>
                  <a:lnTo>
                    <a:pt x="1676400" y="1536700"/>
                  </a:lnTo>
                  <a:lnTo>
                    <a:pt x="0" y="1536700"/>
                  </a:lnTo>
                  <a:close/>
                </a:path>
              </a:pathLst>
            </a:custGeom>
            <a:blipFill>
              <a:blip r:embed="rId8">
                <a:alphaModFix amt="0"/>
              </a:blip>
              <a:stretch>
                <a:fillRect l="-67611" t="0" r="-67611" b="0"/>
              </a:stretch>
            </a:blipFill>
          </p:spPr>
        </p:sp>
        <p:sp>
          <p:nvSpPr>
            <p:cNvPr name="TextBox 22" id="22"/>
            <p:cNvSpPr txBox="true"/>
            <p:nvPr/>
          </p:nvSpPr>
          <p:spPr>
            <a:xfrm>
              <a:off x="0" y="0"/>
              <a:ext cx="1676400" cy="1536700"/>
            </a:xfrm>
            <a:prstGeom prst="rect">
              <a:avLst/>
            </a:prstGeom>
          </p:spPr>
          <p:txBody>
            <a:bodyPr anchor="b" rtlCol="false" tIns="0" lIns="0" bIns="0" rIns="0"/>
            <a:lstStyle/>
            <a:p>
              <a:pPr algn="ctr">
                <a:lnSpc>
                  <a:spcPts val="5040"/>
                </a:lnSpc>
              </a:pPr>
              <a:r>
                <a:rPr lang="en-US" sz="4200">
                  <a:solidFill>
                    <a:srgbClr val="FFFFFF"/>
                  </a:solidFill>
                  <a:latin typeface="Century Gothic Paneuropean"/>
                  <a:ea typeface="Century Gothic Paneuropean"/>
                  <a:cs typeface="Century Gothic Paneuropean"/>
                  <a:sym typeface="Century Gothic Paneuropean"/>
                </a:rPr>
                <a:t>10</a:t>
              </a:r>
            </a:p>
          </p:txBody>
        </p:sp>
      </p:grpSp>
      <p:sp>
        <p:nvSpPr>
          <p:cNvPr name="Freeform 23" id="23"/>
          <p:cNvSpPr/>
          <p:nvPr/>
        </p:nvSpPr>
        <p:spPr>
          <a:xfrm flipH="false" flipV="false" rot="0">
            <a:off x="740835" y="770563"/>
            <a:ext cx="3081147" cy="2040045"/>
          </a:xfrm>
          <a:custGeom>
            <a:avLst/>
            <a:gdLst/>
            <a:ahLst/>
            <a:cxnLst/>
            <a:rect r="r" b="b" t="t" l="l"/>
            <a:pathLst>
              <a:path h="2040045" w="3081147">
                <a:moveTo>
                  <a:pt x="0" y="0"/>
                </a:moveTo>
                <a:lnTo>
                  <a:pt x="3081147" y="0"/>
                </a:lnTo>
                <a:lnTo>
                  <a:pt x="3081147" y="2040045"/>
                </a:lnTo>
                <a:lnTo>
                  <a:pt x="0" y="2040045"/>
                </a:lnTo>
                <a:lnTo>
                  <a:pt x="0" y="0"/>
                </a:lnTo>
                <a:close/>
              </a:path>
            </a:pathLst>
          </a:custGeom>
          <a:blipFill>
            <a:blip r:embed="rId9"/>
            <a:stretch>
              <a:fillRect l="0" t="0" r="0" b="-6931"/>
            </a:stretch>
          </a:blipFill>
        </p:spPr>
      </p:sp>
      <p:sp>
        <p:nvSpPr>
          <p:cNvPr name="Freeform 24" id="24"/>
          <p:cNvSpPr/>
          <p:nvPr/>
        </p:nvSpPr>
        <p:spPr>
          <a:xfrm flipH="false" flipV="false" rot="0">
            <a:off x="5692412" y="3553648"/>
            <a:ext cx="6907940" cy="5594159"/>
          </a:xfrm>
          <a:custGeom>
            <a:avLst/>
            <a:gdLst/>
            <a:ahLst/>
            <a:cxnLst/>
            <a:rect r="r" b="b" t="t" l="l"/>
            <a:pathLst>
              <a:path h="5594159" w="6907940">
                <a:moveTo>
                  <a:pt x="0" y="0"/>
                </a:moveTo>
                <a:lnTo>
                  <a:pt x="6907940" y="0"/>
                </a:lnTo>
                <a:lnTo>
                  <a:pt x="6907940" y="5594158"/>
                </a:lnTo>
                <a:lnTo>
                  <a:pt x="0" y="5594158"/>
                </a:lnTo>
                <a:lnTo>
                  <a:pt x="0" y="0"/>
                </a:lnTo>
                <a:close/>
              </a:path>
            </a:pathLst>
          </a:custGeom>
          <a:blipFill>
            <a:blip r:embed="rId10"/>
            <a:stretch>
              <a:fillRect l="-2444" t="0" r="-4846" b="0"/>
            </a:stretch>
          </a:blipFill>
        </p:spPr>
      </p:sp>
      <p:sp>
        <p:nvSpPr>
          <p:cNvPr name="TextBox 25" id="25"/>
          <p:cNvSpPr txBox="true"/>
          <p:nvPr/>
        </p:nvSpPr>
        <p:spPr>
          <a:xfrm rot="0">
            <a:off x="6291329" y="9525119"/>
            <a:ext cx="6989474" cy="438150"/>
          </a:xfrm>
          <a:prstGeom prst="rect">
            <a:avLst/>
          </a:prstGeom>
        </p:spPr>
        <p:txBody>
          <a:bodyPr anchor="t" rtlCol="false" tIns="0" lIns="0" bIns="0" rIns="0">
            <a:spAutoFit/>
          </a:bodyPr>
          <a:lstStyle/>
          <a:p>
            <a:pPr algn="ctr">
              <a:lnSpc>
                <a:spcPts val="3240"/>
              </a:lnSpc>
            </a:pPr>
            <a:r>
              <a:rPr lang="en-US" sz="2700">
                <a:solidFill>
                  <a:srgbClr val="000000"/>
                </a:solidFill>
                <a:latin typeface="Bodoni FLF"/>
                <a:ea typeface="Bodoni FLF"/>
                <a:cs typeface="Bodoni FLF"/>
                <a:sym typeface="Bodoni FLF"/>
              </a:rPr>
              <a:t>El</a:t>
            </a:r>
            <a:r>
              <a:rPr lang="en-US" sz="2700">
                <a:solidFill>
                  <a:srgbClr val="000000"/>
                </a:solidFill>
                <a:latin typeface="Bodoni FLF"/>
                <a:ea typeface="Bodoni FLF"/>
                <a:cs typeface="Bodoni FLF"/>
                <a:sym typeface="Bodoni FLF"/>
              </a:rPr>
              <a:t>ectronics and communications</a:t>
            </a:r>
          </a:p>
        </p:txBody>
      </p:sp>
      <p:sp>
        <p:nvSpPr>
          <p:cNvPr name="TextBox 26" id="26"/>
          <p:cNvSpPr txBox="true"/>
          <p:nvPr/>
        </p:nvSpPr>
        <p:spPr>
          <a:xfrm rot="0">
            <a:off x="1644940" y="3815417"/>
            <a:ext cx="15959642" cy="542925"/>
          </a:xfrm>
          <a:prstGeom prst="rect">
            <a:avLst/>
          </a:prstGeom>
        </p:spPr>
        <p:txBody>
          <a:bodyPr anchor="t" rtlCol="false" tIns="0" lIns="0" bIns="0" rIns="0">
            <a:spAutoFit/>
          </a:bodyPr>
          <a:lstStyle/>
          <a:p>
            <a:pPr algn="l" marL="633410" indent="-316705" lvl="1">
              <a:lnSpc>
                <a:spcPts val="4199"/>
              </a:lnSpc>
            </a:pPr>
            <a:r>
              <a:rPr lang="en-US" b="true" sz="3499">
                <a:solidFill>
                  <a:srgbClr val="404040"/>
                </a:solidFill>
                <a:latin typeface="Times New Roman Bold"/>
                <a:ea typeface="Times New Roman Bold"/>
                <a:cs typeface="Times New Roman Bold"/>
                <a:sym typeface="Times New Roman Bold"/>
              </a:rPr>
              <a:t>Prototype: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181"/>
            <a:ext cx="18288000" cy="10285371"/>
            <a:chOff x="0" y="0"/>
            <a:chExt cx="24384000" cy="13713828"/>
          </a:xfrm>
        </p:grpSpPr>
        <p:sp>
          <p:nvSpPr>
            <p:cNvPr name="Freeform 3" id="3"/>
            <p:cNvSpPr/>
            <p:nvPr/>
          </p:nvSpPr>
          <p:spPr>
            <a:xfrm flipH="false" flipV="false" rot="0">
              <a:off x="0" y="0"/>
              <a:ext cx="24384000" cy="13713840"/>
            </a:xfrm>
            <a:custGeom>
              <a:avLst/>
              <a:gdLst/>
              <a:ahLst/>
              <a:cxnLst/>
              <a:rect r="r" b="b" t="t" l="l"/>
              <a:pathLst>
                <a:path h="13713840" w="24384000">
                  <a:moveTo>
                    <a:pt x="0" y="0"/>
                  </a:moveTo>
                  <a:lnTo>
                    <a:pt x="24384000" y="0"/>
                  </a:lnTo>
                  <a:lnTo>
                    <a:pt x="24384000" y="13713840"/>
                  </a:lnTo>
                  <a:lnTo>
                    <a:pt x="0" y="13713840"/>
                  </a:lnTo>
                  <a:close/>
                </a:path>
              </a:pathLst>
            </a:custGeom>
            <a:blipFill>
              <a:blip r:embed="rId3"/>
              <a:stretch>
                <a:fillRect l="0" t="-7" r="0" b="-7"/>
              </a:stretch>
            </a:blipFill>
          </p:spPr>
        </p:sp>
      </p:grpSp>
      <p:grpSp>
        <p:nvGrpSpPr>
          <p:cNvPr name="Group 4" id="4"/>
          <p:cNvGrpSpPr/>
          <p:nvPr/>
        </p:nvGrpSpPr>
        <p:grpSpPr>
          <a:xfrm rot="0">
            <a:off x="4829" y="4001043"/>
            <a:ext cx="6286500" cy="6285500"/>
            <a:chOff x="0" y="0"/>
            <a:chExt cx="8382000" cy="8380666"/>
          </a:xfrm>
        </p:grpSpPr>
        <p:sp>
          <p:nvSpPr>
            <p:cNvPr name="Freeform 5" id="5"/>
            <p:cNvSpPr/>
            <p:nvPr/>
          </p:nvSpPr>
          <p:spPr>
            <a:xfrm flipH="false" flipV="false" rot="0">
              <a:off x="0" y="0"/>
              <a:ext cx="8382000" cy="8380730"/>
            </a:xfrm>
            <a:custGeom>
              <a:avLst/>
              <a:gdLst/>
              <a:ahLst/>
              <a:cxnLst/>
              <a:rect r="r" b="b" t="t" l="l"/>
              <a:pathLst>
                <a:path h="8380730" w="8382000">
                  <a:moveTo>
                    <a:pt x="0" y="4190365"/>
                  </a:moveTo>
                  <a:cubicBezTo>
                    <a:pt x="0" y="1876044"/>
                    <a:pt x="1876425" y="0"/>
                    <a:pt x="4191000" y="0"/>
                  </a:cubicBezTo>
                  <a:cubicBezTo>
                    <a:pt x="6505575" y="0"/>
                    <a:pt x="8382000" y="1876044"/>
                    <a:pt x="8382000" y="4190365"/>
                  </a:cubicBezTo>
                  <a:cubicBezTo>
                    <a:pt x="8382000" y="6504687"/>
                    <a:pt x="6505575" y="8380730"/>
                    <a:pt x="4191000" y="8380730"/>
                  </a:cubicBezTo>
                  <a:cubicBezTo>
                    <a:pt x="1876425" y="8380730"/>
                    <a:pt x="0" y="6504559"/>
                    <a:pt x="0" y="4190365"/>
                  </a:cubicBezTo>
                  <a:close/>
                </a:path>
              </a:pathLst>
            </a:custGeom>
            <a:gradFill rotWithShape="true">
              <a:gsLst>
                <a:gs pos="0">
                  <a:srgbClr val="F7F7F7">
                    <a:alpha val="10980"/>
                  </a:srgbClr>
                </a:gs>
                <a:gs pos="36000">
                  <a:srgbClr val="F7F7F7">
                    <a:alpha val="9803"/>
                  </a:srgbClr>
                </a:gs>
                <a:gs pos="75000">
                  <a:srgbClr val="F7F7F7">
                    <a:alpha val="0"/>
                  </a:srgbClr>
                </a:gs>
                <a:gs pos="100000">
                  <a:srgbClr val="F7F7F7">
                    <a:alpha val="0"/>
                  </a:srgbClr>
                </a:gs>
              </a:gsLst>
              <a:path path="circle">
                <a:fillToRect l="50000" r="50000" t="50000" b="50000"/>
              </a:path>
            </a:gradFill>
          </p:spPr>
        </p:sp>
      </p:grpSp>
      <p:grpSp>
        <p:nvGrpSpPr>
          <p:cNvPr name="Group 6" id="6"/>
          <p:cNvGrpSpPr/>
          <p:nvPr/>
        </p:nvGrpSpPr>
        <p:grpSpPr>
          <a:xfrm rot="0">
            <a:off x="2629" y="4343886"/>
            <a:ext cx="3543300" cy="3542738"/>
            <a:chOff x="0" y="0"/>
            <a:chExt cx="4724400" cy="4723651"/>
          </a:xfrm>
        </p:grpSpPr>
        <p:sp>
          <p:nvSpPr>
            <p:cNvPr name="Freeform 7" id="7"/>
            <p:cNvSpPr/>
            <p:nvPr/>
          </p:nvSpPr>
          <p:spPr>
            <a:xfrm flipH="false" flipV="false" rot="0">
              <a:off x="0" y="0"/>
              <a:ext cx="4724400" cy="4723638"/>
            </a:xfrm>
            <a:custGeom>
              <a:avLst/>
              <a:gdLst/>
              <a:ahLst/>
              <a:cxnLst/>
              <a:rect r="r" b="b" t="t" l="l"/>
              <a:pathLst>
                <a:path h="4723638" w="4724400">
                  <a:moveTo>
                    <a:pt x="0" y="2361819"/>
                  </a:moveTo>
                  <a:cubicBezTo>
                    <a:pt x="0" y="1057402"/>
                    <a:pt x="1057656" y="0"/>
                    <a:pt x="2362200" y="0"/>
                  </a:cubicBezTo>
                  <a:cubicBezTo>
                    <a:pt x="3666744" y="0"/>
                    <a:pt x="4724400" y="1057402"/>
                    <a:pt x="4724400" y="2361819"/>
                  </a:cubicBezTo>
                  <a:cubicBezTo>
                    <a:pt x="4724400" y="3666236"/>
                    <a:pt x="3666744" y="4723638"/>
                    <a:pt x="2362200" y="4723638"/>
                  </a:cubicBezTo>
                  <a:cubicBezTo>
                    <a:pt x="1057656" y="4723638"/>
                    <a:pt x="0" y="3666236"/>
                    <a:pt x="0" y="2361819"/>
                  </a:cubicBezTo>
                  <a:close/>
                </a:path>
              </a:pathLst>
            </a:custGeom>
            <a:gradFill rotWithShape="true">
              <a:gsLst>
                <a:gs pos="0">
                  <a:srgbClr val="F7F7F7">
                    <a:alpha val="7843"/>
                  </a:srgbClr>
                </a:gs>
                <a:gs pos="36000">
                  <a:srgbClr val="F7F7F7">
                    <a:alpha val="7843"/>
                  </a:srgbClr>
                </a:gs>
                <a:gs pos="72000">
                  <a:srgbClr val="F7F7F7">
                    <a:alpha val="0"/>
                  </a:srgbClr>
                </a:gs>
                <a:gs pos="100000">
                  <a:srgbClr val="F7F7F7">
                    <a:alpha val="0"/>
                  </a:srgbClr>
                </a:gs>
              </a:gsLst>
              <a:path path="circle">
                <a:fillToRect l="50000" r="50000" t="50000" b="50000"/>
              </a:path>
            </a:gradFill>
          </p:spPr>
        </p:sp>
      </p:grpSp>
      <p:grpSp>
        <p:nvGrpSpPr>
          <p:cNvPr name="Group 8" id="8"/>
          <p:cNvGrpSpPr/>
          <p:nvPr/>
        </p:nvGrpSpPr>
        <p:grpSpPr>
          <a:xfrm rot="0">
            <a:off x="12913519" y="2515381"/>
            <a:ext cx="4229100" cy="4228433"/>
            <a:chOff x="0" y="0"/>
            <a:chExt cx="5638800" cy="5637911"/>
          </a:xfrm>
        </p:grpSpPr>
        <p:sp>
          <p:nvSpPr>
            <p:cNvPr name="Freeform 9" id="9"/>
            <p:cNvSpPr/>
            <p:nvPr/>
          </p:nvSpPr>
          <p:spPr>
            <a:xfrm flipH="false" flipV="false" rot="0">
              <a:off x="0" y="0"/>
              <a:ext cx="5638800" cy="5637911"/>
            </a:xfrm>
            <a:custGeom>
              <a:avLst/>
              <a:gdLst/>
              <a:ahLst/>
              <a:cxnLst/>
              <a:rect r="r" b="b" t="t" l="l"/>
              <a:pathLst>
                <a:path h="5637911" w="5638800">
                  <a:moveTo>
                    <a:pt x="0" y="2818892"/>
                  </a:moveTo>
                  <a:cubicBezTo>
                    <a:pt x="0" y="1262126"/>
                    <a:pt x="1262253" y="0"/>
                    <a:pt x="2819400" y="0"/>
                  </a:cubicBezTo>
                  <a:cubicBezTo>
                    <a:pt x="4376547" y="0"/>
                    <a:pt x="5638800" y="1262126"/>
                    <a:pt x="5638800" y="2818892"/>
                  </a:cubicBezTo>
                  <a:cubicBezTo>
                    <a:pt x="5638800" y="4375658"/>
                    <a:pt x="4376547" y="5637911"/>
                    <a:pt x="2819400" y="5637911"/>
                  </a:cubicBezTo>
                  <a:cubicBezTo>
                    <a:pt x="1262253" y="5637911"/>
                    <a:pt x="0" y="4375785"/>
                    <a:pt x="0" y="2818892"/>
                  </a:cubicBezTo>
                  <a:close/>
                </a:path>
              </a:pathLst>
            </a:custGeom>
            <a:gradFill rotWithShape="true">
              <a:gsLst>
                <a:gs pos="0">
                  <a:srgbClr val="F7F7F7">
                    <a:alpha val="6666"/>
                  </a:srgbClr>
                </a:gs>
                <a:gs pos="36000">
                  <a:srgbClr val="F7F7F7">
                    <a:alpha val="5882"/>
                  </a:srgbClr>
                </a:gs>
                <a:gs pos="69000">
                  <a:srgbClr val="F7F7F7">
                    <a:alpha val="0"/>
                  </a:srgbClr>
                </a:gs>
                <a:gs pos="100000">
                  <a:srgbClr val="F7F7F7">
                    <a:alpha val="0"/>
                  </a:srgbClr>
                </a:gs>
              </a:gsLst>
              <a:path path="circle">
                <a:fillToRect l="50000" r="50000" t="50000" b="50000"/>
              </a:path>
            </a:gradFill>
          </p:spPr>
        </p:sp>
      </p:grpSp>
      <p:grpSp>
        <p:nvGrpSpPr>
          <p:cNvPr name="Group 10" id="10"/>
          <p:cNvGrpSpPr/>
          <p:nvPr/>
        </p:nvGrpSpPr>
        <p:grpSpPr>
          <a:xfrm rot="0">
            <a:off x="11999119" y="-2381"/>
            <a:ext cx="2400300" cy="2399919"/>
            <a:chOff x="0" y="0"/>
            <a:chExt cx="3200400" cy="3199892"/>
          </a:xfrm>
        </p:grpSpPr>
        <p:sp>
          <p:nvSpPr>
            <p:cNvPr name="Freeform 11" id="11"/>
            <p:cNvSpPr/>
            <p:nvPr/>
          </p:nvSpPr>
          <p:spPr>
            <a:xfrm flipH="false" flipV="false" rot="0">
              <a:off x="0" y="0"/>
              <a:ext cx="3200400" cy="3199892"/>
            </a:xfrm>
            <a:custGeom>
              <a:avLst/>
              <a:gdLst/>
              <a:ahLst/>
              <a:cxnLst/>
              <a:rect r="r" b="b" t="t" l="l"/>
              <a:pathLst>
                <a:path h="3199892" w="3200400">
                  <a:moveTo>
                    <a:pt x="0" y="1599946"/>
                  </a:moveTo>
                  <a:cubicBezTo>
                    <a:pt x="0" y="716280"/>
                    <a:pt x="716407" y="0"/>
                    <a:pt x="1600200" y="0"/>
                  </a:cubicBezTo>
                  <a:cubicBezTo>
                    <a:pt x="2483993" y="0"/>
                    <a:pt x="3200400" y="716280"/>
                    <a:pt x="3200400" y="1599946"/>
                  </a:cubicBezTo>
                  <a:cubicBezTo>
                    <a:pt x="3200400" y="2483612"/>
                    <a:pt x="2483993" y="3199892"/>
                    <a:pt x="1600200" y="3199892"/>
                  </a:cubicBezTo>
                  <a:cubicBezTo>
                    <a:pt x="716407" y="3199892"/>
                    <a:pt x="0" y="2483612"/>
                    <a:pt x="0" y="1599946"/>
                  </a:cubicBezTo>
                  <a:close/>
                </a:path>
              </a:pathLst>
            </a:custGeom>
            <a:gradFill rotWithShape="true">
              <a:gsLst>
                <a:gs pos="0">
                  <a:srgbClr val="F7F7F7">
                    <a:alpha val="13725"/>
                  </a:srgbClr>
                </a:gs>
                <a:gs pos="36000">
                  <a:srgbClr val="F7F7F7">
                    <a:alpha val="6666"/>
                  </a:srgbClr>
                </a:gs>
                <a:gs pos="73000">
                  <a:srgbClr val="F7F7F7">
                    <a:alpha val="0"/>
                  </a:srgbClr>
                </a:gs>
                <a:gs pos="100000">
                  <a:srgbClr val="F7F7F7">
                    <a:alpha val="0"/>
                  </a:srgbClr>
                </a:gs>
              </a:gsLst>
              <a:path path="circle">
                <a:fillToRect l="50000" r="50000" t="50000" b="50000"/>
              </a:path>
            </a:gradFill>
          </p:spPr>
        </p:sp>
      </p:grpSp>
      <p:grpSp>
        <p:nvGrpSpPr>
          <p:cNvPr name="Group 12" id="12"/>
          <p:cNvGrpSpPr/>
          <p:nvPr/>
        </p:nvGrpSpPr>
        <p:grpSpPr>
          <a:xfrm rot="0">
            <a:off x="12913519" y="8810863"/>
            <a:ext cx="1485900" cy="1485662"/>
            <a:chOff x="0" y="0"/>
            <a:chExt cx="1981200" cy="1980882"/>
          </a:xfrm>
        </p:grpSpPr>
        <p:sp>
          <p:nvSpPr>
            <p:cNvPr name="Freeform 13" id="13"/>
            <p:cNvSpPr/>
            <p:nvPr/>
          </p:nvSpPr>
          <p:spPr>
            <a:xfrm flipH="false" flipV="false" rot="0">
              <a:off x="0" y="0"/>
              <a:ext cx="1981200" cy="1980946"/>
            </a:xfrm>
            <a:custGeom>
              <a:avLst/>
              <a:gdLst/>
              <a:ahLst/>
              <a:cxnLst/>
              <a:rect r="r" b="b" t="t" l="l"/>
              <a:pathLst>
                <a:path h="1980946" w="1981200">
                  <a:moveTo>
                    <a:pt x="0" y="990473"/>
                  </a:moveTo>
                  <a:cubicBezTo>
                    <a:pt x="0" y="443484"/>
                    <a:pt x="443484" y="0"/>
                    <a:pt x="990600" y="0"/>
                  </a:cubicBezTo>
                  <a:cubicBezTo>
                    <a:pt x="1537716" y="0"/>
                    <a:pt x="1981200" y="443484"/>
                    <a:pt x="1981200" y="990473"/>
                  </a:cubicBezTo>
                  <a:cubicBezTo>
                    <a:pt x="1981200" y="1537462"/>
                    <a:pt x="1537716" y="1980946"/>
                    <a:pt x="990600" y="1980946"/>
                  </a:cubicBezTo>
                  <a:cubicBezTo>
                    <a:pt x="443484" y="1980946"/>
                    <a:pt x="0" y="1537462"/>
                    <a:pt x="0" y="990473"/>
                  </a:cubicBezTo>
                  <a:close/>
                </a:path>
              </a:pathLst>
            </a:custGeom>
            <a:gradFill rotWithShape="true">
              <a:gsLst>
                <a:gs pos="0">
                  <a:srgbClr val="F7F7F7">
                    <a:alpha val="13725"/>
                  </a:srgbClr>
                </a:gs>
                <a:gs pos="36000">
                  <a:srgbClr val="F7F7F7">
                    <a:alpha val="6666"/>
                  </a:srgbClr>
                </a:gs>
                <a:gs pos="66000">
                  <a:srgbClr val="F7F7F7">
                    <a:alpha val="0"/>
                  </a:srgbClr>
                </a:gs>
                <a:gs pos="100000">
                  <a:srgbClr val="F7F7F7">
                    <a:alpha val="0"/>
                  </a:srgbClr>
                </a:gs>
              </a:gsLst>
              <a:path path="circle">
                <a:fillToRect l="50000" r="50000" t="50000" b="50000"/>
              </a:path>
            </a:gradFill>
          </p:spPr>
        </p:sp>
      </p:grpSp>
      <p:sp>
        <p:nvSpPr>
          <p:cNvPr name="Freeform 14" id="14"/>
          <p:cNvSpPr/>
          <p:nvPr/>
        </p:nvSpPr>
        <p:spPr>
          <a:xfrm flipH="false" flipV="false" rot="0">
            <a:off x="12717616" y="2273276"/>
            <a:ext cx="4987620" cy="1508972"/>
          </a:xfrm>
          <a:custGeom>
            <a:avLst/>
            <a:gdLst/>
            <a:ahLst/>
            <a:cxnLst/>
            <a:rect r="r" b="b" t="t" l="l"/>
            <a:pathLst>
              <a:path h="1508972" w="4987620">
                <a:moveTo>
                  <a:pt x="0" y="0"/>
                </a:moveTo>
                <a:lnTo>
                  <a:pt x="4987620" y="0"/>
                </a:lnTo>
                <a:lnTo>
                  <a:pt x="4987620" y="1508972"/>
                </a:lnTo>
                <a:lnTo>
                  <a:pt x="0" y="15089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688182" y="2800351"/>
            <a:ext cx="16916400" cy="6800849"/>
          </a:xfrm>
          <a:custGeom>
            <a:avLst/>
            <a:gdLst/>
            <a:ahLst/>
            <a:cxnLst/>
            <a:rect r="r" b="b" t="t" l="l"/>
            <a:pathLst>
              <a:path h="6800849" w="16916400">
                <a:moveTo>
                  <a:pt x="0" y="0"/>
                </a:moveTo>
                <a:lnTo>
                  <a:pt x="16916400" y="0"/>
                </a:lnTo>
                <a:lnTo>
                  <a:pt x="16916400" y="6800848"/>
                </a:lnTo>
                <a:lnTo>
                  <a:pt x="0" y="68008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0" y="2381"/>
            <a:ext cx="18288000" cy="10284619"/>
            <a:chOff x="0" y="0"/>
            <a:chExt cx="24384000" cy="13712825"/>
          </a:xfrm>
        </p:grpSpPr>
        <p:sp>
          <p:nvSpPr>
            <p:cNvPr name="Freeform 17" id="17"/>
            <p:cNvSpPr/>
            <p:nvPr/>
          </p:nvSpPr>
          <p:spPr>
            <a:xfrm flipH="false" flipV="false" rot="0">
              <a:off x="0" y="0"/>
              <a:ext cx="24384000" cy="13712825"/>
            </a:xfrm>
            <a:custGeom>
              <a:avLst/>
              <a:gdLst/>
              <a:ahLst/>
              <a:cxnLst/>
              <a:rect r="r" b="b" t="t" l="l"/>
              <a:pathLst>
                <a:path h="13712825" w="24384000">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name="Group 18" id="18"/>
          <p:cNvGrpSpPr/>
          <p:nvPr/>
        </p:nvGrpSpPr>
        <p:grpSpPr>
          <a:xfrm rot="0">
            <a:off x="15656719" y="0"/>
            <a:ext cx="1028700" cy="1714500"/>
            <a:chOff x="0" y="0"/>
            <a:chExt cx="1371600" cy="2286000"/>
          </a:xfrm>
        </p:grpSpPr>
        <p:sp>
          <p:nvSpPr>
            <p:cNvPr name="Freeform 19" id="19"/>
            <p:cNvSpPr/>
            <p:nvPr/>
          </p:nvSpPr>
          <p:spPr>
            <a:xfrm flipH="false" flipV="false" rot="0">
              <a:off x="0" y="0"/>
              <a:ext cx="1371600" cy="2286000"/>
            </a:xfrm>
            <a:custGeom>
              <a:avLst/>
              <a:gdLst/>
              <a:ahLst/>
              <a:cxnLst/>
              <a:rect r="r" b="b" t="t" l="l"/>
              <a:pathLst>
                <a:path h="2286000" w="1371600">
                  <a:moveTo>
                    <a:pt x="0" y="0"/>
                  </a:moveTo>
                  <a:lnTo>
                    <a:pt x="1371600" y="0"/>
                  </a:lnTo>
                  <a:lnTo>
                    <a:pt x="1371600" y="2286000"/>
                  </a:lnTo>
                  <a:lnTo>
                    <a:pt x="0" y="2286000"/>
                  </a:lnTo>
                  <a:close/>
                </a:path>
              </a:pathLst>
            </a:custGeom>
            <a:solidFill>
              <a:srgbClr val="ACD433"/>
            </a:solidFill>
          </p:spPr>
        </p:sp>
      </p:grpSp>
      <p:grpSp>
        <p:nvGrpSpPr>
          <p:cNvPr name="Group 20" id="20"/>
          <p:cNvGrpSpPr/>
          <p:nvPr/>
        </p:nvGrpSpPr>
        <p:grpSpPr>
          <a:xfrm rot="0">
            <a:off x="15528131" y="442912"/>
            <a:ext cx="1257300" cy="1152525"/>
            <a:chOff x="0" y="0"/>
            <a:chExt cx="1676400" cy="1536700"/>
          </a:xfrm>
        </p:grpSpPr>
        <p:sp>
          <p:nvSpPr>
            <p:cNvPr name="Freeform 21" id="21"/>
            <p:cNvSpPr/>
            <p:nvPr/>
          </p:nvSpPr>
          <p:spPr>
            <a:xfrm flipH="false" flipV="false" rot="0">
              <a:off x="0" y="0"/>
              <a:ext cx="1676400" cy="1536700"/>
            </a:xfrm>
            <a:custGeom>
              <a:avLst/>
              <a:gdLst/>
              <a:ahLst/>
              <a:cxnLst/>
              <a:rect r="r" b="b" t="t" l="l"/>
              <a:pathLst>
                <a:path h="1536700" w="1676400">
                  <a:moveTo>
                    <a:pt x="0" y="0"/>
                  </a:moveTo>
                  <a:lnTo>
                    <a:pt x="1676400" y="0"/>
                  </a:lnTo>
                  <a:lnTo>
                    <a:pt x="1676400" y="1536700"/>
                  </a:lnTo>
                  <a:lnTo>
                    <a:pt x="0" y="1536700"/>
                  </a:lnTo>
                  <a:close/>
                </a:path>
              </a:pathLst>
            </a:custGeom>
            <a:blipFill>
              <a:blip r:embed="rId8">
                <a:alphaModFix amt="0"/>
              </a:blip>
              <a:stretch>
                <a:fillRect l="-67611" t="0" r="-67611" b="0"/>
              </a:stretch>
            </a:blipFill>
          </p:spPr>
        </p:sp>
        <p:sp>
          <p:nvSpPr>
            <p:cNvPr name="TextBox 22" id="22"/>
            <p:cNvSpPr txBox="true"/>
            <p:nvPr/>
          </p:nvSpPr>
          <p:spPr>
            <a:xfrm>
              <a:off x="0" y="0"/>
              <a:ext cx="1676400" cy="1536700"/>
            </a:xfrm>
            <a:prstGeom prst="rect">
              <a:avLst/>
            </a:prstGeom>
          </p:spPr>
          <p:txBody>
            <a:bodyPr anchor="b" rtlCol="false" tIns="0" lIns="0" bIns="0" rIns="0"/>
            <a:lstStyle/>
            <a:p>
              <a:pPr algn="ctr">
                <a:lnSpc>
                  <a:spcPts val="5040"/>
                </a:lnSpc>
              </a:pPr>
              <a:r>
                <a:rPr lang="en-US" sz="4200">
                  <a:solidFill>
                    <a:srgbClr val="FFFFFF"/>
                  </a:solidFill>
                  <a:latin typeface="Century Gothic Paneuropean"/>
                  <a:ea typeface="Century Gothic Paneuropean"/>
                  <a:cs typeface="Century Gothic Paneuropean"/>
                  <a:sym typeface="Century Gothic Paneuropean"/>
                </a:rPr>
                <a:t>11</a:t>
              </a:r>
            </a:p>
          </p:txBody>
        </p:sp>
      </p:grpSp>
      <p:sp>
        <p:nvSpPr>
          <p:cNvPr name="TextBox 23" id="23"/>
          <p:cNvSpPr txBox="true"/>
          <p:nvPr/>
        </p:nvSpPr>
        <p:spPr>
          <a:xfrm rot="0">
            <a:off x="6544608" y="9437351"/>
            <a:ext cx="6989474" cy="438150"/>
          </a:xfrm>
          <a:prstGeom prst="rect">
            <a:avLst/>
          </a:prstGeom>
        </p:spPr>
        <p:txBody>
          <a:bodyPr anchor="t" rtlCol="false" tIns="0" lIns="0" bIns="0" rIns="0">
            <a:spAutoFit/>
          </a:bodyPr>
          <a:lstStyle/>
          <a:p>
            <a:pPr algn="ctr">
              <a:lnSpc>
                <a:spcPts val="3240"/>
              </a:lnSpc>
            </a:pPr>
            <a:r>
              <a:rPr lang="en-US" sz="2700">
                <a:solidFill>
                  <a:srgbClr val="000000"/>
                </a:solidFill>
                <a:latin typeface="Bodoni FLF"/>
                <a:ea typeface="Bodoni FLF"/>
                <a:cs typeface="Bodoni FLF"/>
                <a:sym typeface="Bodoni FLF"/>
              </a:rPr>
              <a:t>El</a:t>
            </a:r>
            <a:r>
              <a:rPr lang="en-US" sz="2700">
                <a:solidFill>
                  <a:srgbClr val="000000"/>
                </a:solidFill>
                <a:latin typeface="Bodoni FLF"/>
                <a:ea typeface="Bodoni FLF"/>
                <a:cs typeface="Bodoni FLF"/>
                <a:sym typeface="Bodoni FLF"/>
              </a:rPr>
              <a:t>ectronics and communications</a:t>
            </a:r>
          </a:p>
        </p:txBody>
      </p:sp>
      <p:sp>
        <p:nvSpPr>
          <p:cNvPr name="TextBox 24" id="24"/>
          <p:cNvSpPr txBox="true"/>
          <p:nvPr/>
        </p:nvSpPr>
        <p:spPr>
          <a:xfrm rot="0">
            <a:off x="1028700" y="4120093"/>
            <a:ext cx="16575882" cy="4143375"/>
          </a:xfrm>
          <a:prstGeom prst="rect">
            <a:avLst/>
          </a:prstGeom>
        </p:spPr>
        <p:txBody>
          <a:bodyPr anchor="t" rtlCol="false" tIns="0" lIns="0" bIns="0" rIns="0">
            <a:spAutoFit/>
          </a:bodyPr>
          <a:lstStyle/>
          <a:p>
            <a:pPr algn="l">
              <a:lnSpc>
                <a:spcPts val="3600"/>
              </a:lnSpc>
            </a:pPr>
            <a:r>
              <a:rPr lang="en-US" b="true" sz="3000">
                <a:solidFill>
                  <a:srgbClr val="000000"/>
                </a:solidFill>
                <a:latin typeface="Times New Roman Bold"/>
                <a:ea typeface="Times New Roman Bold"/>
                <a:cs typeface="Times New Roman Bold"/>
                <a:sym typeface="Times New Roman Bold"/>
              </a:rPr>
              <a:t>Conclusion</a:t>
            </a:r>
          </a:p>
          <a:p>
            <a:pPr algn="l">
              <a:lnSpc>
                <a:spcPts val="3600"/>
              </a:lnSpc>
            </a:pPr>
          </a:p>
          <a:p>
            <a:pPr algn="l">
              <a:lnSpc>
                <a:spcPts val="3600"/>
              </a:lnSpc>
            </a:pPr>
            <a:r>
              <a:rPr lang="en-US" sz="3000">
                <a:solidFill>
                  <a:srgbClr val="000000"/>
                </a:solidFill>
                <a:latin typeface="Times New Roman"/>
                <a:ea typeface="Times New Roman"/>
                <a:cs typeface="Times New Roman"/>
                <a:sym typeface="Times New Roman"/>
              </a:rPr>
              <a:t>The smart vacuum cleaner we propose is designed to go beyond conventional cleaning devices by integrating obstacle avoidance with autonomous waste disposal. This dual functionality ensures efficient navigation in complex environments and minimizes human intervention. Ultimately, the project highlights the potential of combining IoT and robotics to create sustainable, user‑friendly solutions for modern living.</a:t>
            </a:r>
          </a:p>
          <a:p>
            <a:pPr algn="l" marL="542925" indent="-271462" lvl="1">
              <a:lnSpc>
                <a:spcPts val="3600"/>
              </a:lnSpc>
            </a:pPr>
          </a:p>
          <a:p>
            <a:pPr algn="l" marL="542925" indent="-271462" lvl="1">
              <a:lnSpc>
                <a:spcPts val="3600"/>
              </a:lnSpc>
            </a:pPr>
          </a:p>
          <a:p>
            <a:pPr algn="l" marL="542925" indent="-271462" lvl="1">
              <a:lnSpc>
                <a:spcPts val="3600"/>
              </a:lnSpc>
            </a:pPr>
          </a:p>
        </p:txBody>
      </p:sp>
      <p:sp>
        <p:nvSpPr>
          <p:cNvPr name="Freeform 25" id="25"/>
          <p:cNvSpPr/>
          <p:nvPr/>
        </p:nvSpPr>
        <p:spPr>
          <a:xfrm flipH="false" flipV="false" rot="0">
            <a:off x="740835" y="770563"/>
            <a:ext cx="3081147" cy="2040045"/>
          </a:xfrm>
          <a:custGeom>
            <a:avLst/>
            <a:gdLst/>
            <a:ahLst/>
            <a:cxnLst/>
            <a:rect r="r" b="b" t="t" l="l"/>
            <a:pathLst>
              <a:path h="2040045" w="3081147">
                <a:moveTo>
                  <a:pt x="0" y="0"/>
                </a:moveTo>
                <a:lnTo>
                  <a:pt x="3081147" y="0"/>
                </a:lnTo>
                <a:lnTo>
                  <a:pt x="3081147" y="2040045"/>
                </a:lnTo>
                <a:lnTo>
                  <a:pt x="0" y="2040045"/>
                </a:lnTo>
                <a:lnTo>
                  <a:pt x="0" y="0"/>
                </a:lnTo>
                <a:close/>
              </a:path>
            </a:pathLst>
          </a:custGeom>
          <a:blipFill>
            <a:blip r:embed="rId9"/>
            <a:stretch>
              <a:fillRect l="0" t="0" r="0" b="-6931"/>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181"/>
            <a:ext cx="18288000" cy="10285371"/>
            <a:chOff x="0" y="0"/>
            <a:chExt cx="24384000" cy="13713828"/>
          </a:xfrm>
        </p:grpSpPr>
        <p:sp>
          <p:nvSpPr>
            <p:cNvPr name="Freeform 3" id="3"/>
            <p:cNvSpPr/>
            <p:nvPr/>
          </p:nvSpPr>
          <p:spPr>
            <a:xfrm flipH="false" flipV="false" rot="0">
              <a:off x="0" y="0"/>
              <a:ext cx="24384000" cy="13713840"/>
            </a:xfrm>
            <a:custGeom>
              <a:avLst/>
              <a:gdLst/>
              <a:ahLst/>
              <a:cxnLst/>
              <a:rect r="r" b="b" t="t" l="l"/>
              <a:pathLst>
                <a:path h="13713840" w="24384000">
                  <a:moveTo>
                    <a:pt x="0" y="0"/>
                  </a:moveTo>
                  <a:lnTo>
                    <a:pt x="24384000" y="0"/>
                  </a:lnTo>
                  <a:lnTo>
                    <a:pt x="24384000" y="13713840"/>
                  </a:lnTo>
                  <a:lnTo>
                    <a:pt x="0" y="13713840"/>
                  </a:lnTo>
                  <a:close/>
                </a:path>
              </a:pathLst>
            </a:custGeom>
            <a:blipFill>
              <a:blip r:embed="rId3"/>
              <a:stretch>
                <a:fillRect l="0" t="-7" r="0" b="-7"/>
              </a:stretch>
            </a:blipFill>
          </p:spPr>
        </p:sp>
      </p:grpSp>
      <p:grpSp>
        <p:nvGrpSpPr>
          <p:cNvPr name="Group 4" id="4"/>
          <p:cNvGrpSpPr/>
          <p:nvPr/>
        </p:nvGrpSpPr>
        <p:grpSpPr>
          <a:xfrm rot="0">
            <a:off x="4829" y="4001043"/>
            <a:ext cx="6286500" cy="6285500"/>
            <a:chOff x="0" y="0"/>
            <a:chExt cx="8382000" cy="8380666"/>
          </a:xfrm>
        </p:grpSpPr>
        <p:sp>
          <p:nvSpPr>
            <p:cNvPr name="Freeform 5" id="5"/>
            <p:cNvSpPr/>
            <p:nvPr/>
          </p:nvSpPr>
          <p:spPr>
            <a:xfrm flipH="false" flipV="false" rot="0">
              <a:off x="0" y="0"/>
              <a:ext cx="8382000" cy="8380730"/>
            </a:xfrm>
            <a:custGeom>
              <a:avLst/>
              <a:gdLst/>
              <a:ahLst/>
              <a:cxnLst/>
              <a:rect r="r" b="b" t="t" l="l"/>
              <a:pathLst>
                <a:path h="8380730" w="8382000">
                  <a:moveTo>
                    <a:pt x="0" y="4190365"/>
                  </a:moveTo>
                  <a:cubicBezTo>
                    <a:pt x="0" y="1876044"/>
                    <a:pt x="1876425" y="0"/>
                    <a:pt x="4191000" y="0"/>
                  </a:cubicBezTo>
                  <a:cubicBezTo>
                    <a:pt x="6505575" y="0"/>
                    <a:pt x="8382000" y="1876044"/>
                    <a:pt x="8382000" y="4190365"/>
                  </a:cubicBezTo>
                  <a:cubicBezTo>
                    <a:pt x="8382000" y="6504687"/>
                    <a:pt x="6505575" y="8380730"/>
                    <a:pt x="4191000" y="8380730"/>
                  </a:cubicBezTo>
                  <a:cubicBezTo>
                    <a:pt x="1876425" y="8380730"/>
                    <a:pt x="0" y="6504559"/>
                    <a:pt x="0" y="4190365"/>
                  </a:cubicBezTo>
                  <a:close/>
                </a:path>
              </a:pathLst>
            </a:custGeom>
            <a:gradFill rotWithShape="true">
              <a:gsLst>
                <a:gs pos="0">
                  <a:srgbClr val="F7F7F7">
                    <a:alpha val="10980"/>
                  </a:srgbClr>
                </a:gs>
                <a:gs pos="36000">
                  <a:srgbClr val="F7F7F7">
                    <a:alpha val="9803"/>
                  </a:srgbClr>
                </a:gs>
                <a:gs pos="75000">
                  <a:srgbClr val="F7F7F7">
                    <a:alpha val="0"/>
                  </a:srgbClr>
                </a:gs>
                <a:gs pos="100000">
                  <a:srgbClr val="F7F7F7">
                    <a:alpha val="0"/>
                  </a:srgbClr>
                </a:gs>
              </a:gsLst>
              <a:path path="circle">
                <a:fillToRect l="50000" r="50000" t="50000" b="50000"/>
              </a:path>
            </a:gradFill>
          </p:spPr>
        </p:sp>
      </p:grpSp>
      <p:grpSp>
        <p:nvGrpSpPr>
          <p:cNvPr name="Group 6" id="6"/>
          <p:cNvGrpSpPr/>
          <p:nvPr/>
        </p:nvGrpSpPr>
        <p:grpSpPr>
          <a:xfrm rot="0">
            <a:off x="2629" y="4343886"/>
            <a:ext cx="3543300" cy="3542738"/>
            <a:chOff x="0" y="0"/>
            <a:chExt cx="4724400" cy="4723651"/>
          </a:xfrm>
        </p:grpSpPr>
        <p:sp>
          <p:nvSpPr>
            <p:cNvPr name="Freeform 7" id="7"/>
            <p:cNvSpPr/>
            <p:nvPr/>
          </p:nvSpPr>
          <p:spPr>
            <a:xfrm flipH="false" flipV="false" rot="0">
              <a:off x="0" y="0"/>
              <a:ext cx="4724400" cy="4723638"/>
            </a:xfrm>
            <a:custGeom>
              <a:avLst/>
              <a:gdLst/>
              <a:ahLst/>
              <a:cxnLst/>
              <a:rect r="r" b="b" t="t" l="l"/>
              <a:pathLst>
                <a:path h="4723638" w="4724400">
                  <a:moveTo>
                    <a:pt x="0" y="2361819"/>
                  </a:moveTo>
                  <a:cubicBezTo>
                    <a:pt x="0" y="1057402"/>
                    <a:pt x="1057656" y="0"/>
                    <a:pt x="2362200" y="0"/>
                  </a:cubicBezTo>
                  <a:cubicBezTo>
                    <a:pt x="3666744" y="0"/>
                    <a:pt x="4724400" y="1057402"/>
                    <a:pt x="4724400" y="2361819"/>
                  </a:cubicBezTo>
                  <a:cubicBezTo>
                    <a:pt x="4724400" y="3666236"/>
                    <a:pt x="3666744" y="4723638"/>
                    <a:pt x="2362200" y="4723638"/>
                  </a:cubicBezTo>
                  <a:cubicBezTo>
                    <a:pt x="1057656" y="4723638"/>
                    <a:pt x="0" y="3666236"/>
                    <a:pt x="0" y="2361819"/>
                  </a:cubicBezTo>
                  <a:close/>
                </a:path>
              </a:pathLst>
            </a:custGeom>
            <a:gradFill rotWithShape="true">
              <a:gsLst>
                <a:gs pos="0">
                  <a:srgbClr val="F7F7F7">
                    <a:alpha val="7843"/>
                  </a:srgbClr>
                </a:gs>
                <a:gs pos="36000">
                  <a:srgbClr val="F7F7F7">
                    <a:alpha val="7843"/>
                  </a:srgbClr>
                </a:gs>
                <a:gs pos="72000">
                  <a:srgbClr val="F7F7F7">
                    <a:alpha val="0"/>
                  </a:srgbClr>
                </a:gs>
                <a:gs pos="100000">
                  <a:srgbClr val="F7F7F7">
                    <a:alpha val="0"/>
                  </a:srgbClr>
                </a:gs>
              </a:gsLst>
              <a:path path="circle">
                <a:fillToRect l="50000" r="50000" t="50000" b="50000"/>
              </a:path>
            </a:gradFill>
          </p:spPr>
        </p:sp>
      </p:grpSp>
      <p:grpSp>
        <p:nvGrpSpPr>
          <p:cNvPr name="Group 8" id="8"/>
          <p:cNvGrpSpPr/>
          <p:nvPr/>
        </p:nvGrpSpPr>
        <p:grpSpPr>
          <a:xfrm rot="0">
            <a:off x="12913519" y="2515381"/>
            <a:ext cx="4229100" cy="4228433"/>
            <a:chOff x="0" y="0"/>
            <a:chExt cx="5638800" cy="5637911"/>
          </a:xfrm>
        </p:grpSpPr>
        <p:sp>
          <p:nvSpPr>
            <p:cNvPr name="Freeform 9" id="9"/>
            <p:cNvSpPr/>
            <p:nvPr/>
          </p:nvSpPr>
          <p:spPr>
            <a:xfrm flipH="false" flipV="false" rot="0">
              <a:off x="0" y="0"/>
              <a:ext cx="5638800" cy="5637911"/>
            </a:xfrm>
            <a:custGeom>
              <a:avLst/>
              <a:gdLst/>
              <a:ahLst/>
              <a:cxnLst/>
              <a:rect r="r" b="b" t="t" l="l"/>
              <a:pathLst>
                <a:path h="5637911" w="5638800">
                  <a:moveTo>
                    <a:pt x="0" y="2818892"/>
                  </a:moveTo>
                  <a:cubicBezTo>
                    <a:pt x="0" y="1262126"/>
                    <a:pt x="1262253" y="0"/>
                    <a:pt x="2819400" y="0"/>
                  </a:cubicBezTo>
                  <a:cubicBezTo>
                    <a:pt x="4376547" y="0"/>
                    <a:pt x="5638800" y="1262126"/>
                    <a:pt x="5638800" y="2818892"/>
                  </a:cubicBezTo>
                  <a:cubicBezTo>
                    <a:pt x="5638800" y="4375658"/>
                    <a:pt x="4376547" y="5637911"/>
                    <a:pt x="2819400" y="5637911"/>
                  </a:cubicBezTo>
                  <a:cubicBezTo>
                    <a:pt x="1262253" y="5637911"/>
                    <a:pt x="0" y="4375785"/>
                    <a:pt x="0" y="2818892"/>
                  </a:cubicBezTo>
                  <a:close/>
                </a:path>
              </a:pathLst>
            </a:custGeom>
            <a:gradFill rotWithShape="true">
              <a:gsLst>
                <a:gs pos="0">
                  <a:srgbClr val="F7F7F7">
                    <a:alpha val="6666"/>
                  </a:srgbClr>
                </a:gs>
                <a:gs pos="36000">
                  <a:srgbClr val="F7F7F7">
                    <a:alpha val="5882"/>
                  </a:srgbClr>
                </a:gs>
                <a:gs pos="69000">
                  <a:srgbClr val="F7F7F7">
                    <a:alpha val="0"/>
                  </a:srgbClr>
                </a:gs>
                <a:gs pos="100000">
                  <a:srgbClr val="F7F7F7">
                    <a:alpha val="0"/>
                  </a:srgbClr>
                </a:gs>
              </a:gsLst>
              <a:path path="circle">
                <a:fillToRect l="50000" r="50000" t="50000" b="50000"/>
              </a:path>
            </a:gradFill>
          </p:spPr>
        </p:sp>
      </p:grpSp>
      <p:grpSp>
        <p:nvGrpSpPr>
          <p:cNvPr name="Group 10" id="10"/>
          <p:cNvGrpSpPr/>
          <p:nvPr/>
        </p:nvGrpSpPr>
        <p:grpSpPr>
          <a:xfrm rot="0">
            <a:off x="11999119" y="-2381"/>
            <a:ext cx="2400300" cy="2399919"/>
            <a:chOff x="0" y="0"/>
            <a:chExt cx="3200400" cy="3199892"/>
          </a:xfrm>
        </p:grpSpPr>
        <p:sp>
          <p:nvSpPr>
            <p:cNvPr name="Freeform 11" id="11"/>
            <p:cNvSpPr/>
            <p:nvPr/>
          </p:nvSpPr>
          <p:spPr>
            <a:xfrm flipH="false" flipV="false" rot="0">
              <a:off x="0" y="0"/>
              <a:ext cx="3200400" cy="3199892"/>
            </a:xfrm>
            <a:custGeom>
              <a:avLst/>
              <a:gdLst/>
              <a:ahLst/>
              <a:cxnLst/>
              <a:rect r="r" b="b" t="t" l="l"/>
              <a:pathLst>
                <a:path h="3199892" w="3200400">
                  <a:moveTo>
                    <a:pt x="0" y="1599946"/>
                  </a:moveTo>
                  <a:cubicBezTo>
                    <a:pt x="0" y="716280"/>
                    <a:pt x="716407" y="0"/>
                    <a:pt x="1600200" y="0"/>
                  </a:cubicBezTo>
                  <a:cubicBezTo>
                    <a:pt x="2483993" y="0"/>
                    <a:pt x="3200400" y="716280"/>
                    <a:pt x="3200400" y="1599946"/>
                  </a:cubicBezTo>
                  <a:cubicBezTo>
                    <a:pt x="3200400" y="2483612"/>
                    <a:pt x="2483993" y="3199892"/>
                    <a:pt x="1600200" y="3199892"/>
                  </a:cubicBezTo>
                  <a:cubicBezTo>
                    <a:pt x="716407" y="3199892"/>
                    <a:pt x="0" y="2483612"/>
                    <a:pt x="0" y="1599946"/>
                  </a:cubicBezTo>
                  <a:close/>
                </a:path>
              </a:pathLst>
            </a:custGeom>
            <a:gradFill rotWithShape="true">
              <a:gsLst>
                <a:gs pos="0">
                  <a:srgbClr val="F7F7F7">
                    <a:alpha val="13725"/>
                  </a:srgbClr>
                </a:gs>
                <a:gs pos="36000">
                  <a:srgbClr val="F7F7F7">
                    <a:alpha val="6666"/>
                  </a:srgbClr>
                </a:gs>
                <a:gs pos="73000">
                  <a:srgbClr val="F7F7F7">
                    <a:alpha val="0"/>
                  </a:srgbClr>
                </a:gs>
                <a:gs pos="100000">
                  <a:srgbClr val="F7F7F7">
                    <a:alpha val="0"/>
                  </a:srgbClr>
                </a:gs>
              </a:gsLst>
              <a:path path="circle">
                <a:fillToRect l="50000" r="50000" t="50000" b="50000"/>
              </a:path>
            </a:gradFill>
          </p:spPr>
        </p:sp>
      </p:grpSp>
      <p:grpSp>
        <p:nvGrpSpPr>
          <p:cNvPr name="Group 12" id="12"/>
          <p:cNvGrpSpPr/>
          <p:nvPr/>
        </p:nvGrpSpPr>
        <p:grpSpPr>
          <a:xfrm rot="0">
            <a:off x="12913519" y="8810863"/>
            <a:ext cx="1485900" cy="1485662"/>
            <a:chOff x="0" y="0"/>
            <a:chExt cx="1981200" cy="1980882"/>
          </a:xfrm>
        </p:grpSpPr>
        <p:sp>
          <p:nvSpPr>
            <p:cNvPr name="Freeform 13" id="13"/>
            <p:cNvSpPr/>
            <p:nvPr/>
          </p:nvSpPr>
          <p:spPr>
            <a:xfrm flipH="false" flipV="false" rot="0">
              <a:off x="0" y="0"/>
              <a:ext cx="1981200" cy="1980946"/>
            </a:xfrm>
            <a:custGeom>
              <a:avLst/>
              <a:gdLst/>
              <a:ahLst/>
              <a:cxnLst/>
              <a:rect r="r" b="b" t="t" l="l"/>
              <a:pathLst>
                <a:path h="1980946" w="1981200">
                  <a:moveTo>
                    <a:pt x="0" y="990473"/>
                  </a:moveTo>
                  <a:cubicBezTo>
                    <a:pt x="0" y="443484"/>
                    <a:pt x="443484" y="0"/>
                    <a:pt x="990600" y="0"/>
                  </a:cubicBezTo>
                  <a:cubicBezTo>
                    <a:pt x="1537716" y="0"/>
                    <a:pt x="1981200" y="443484"/>
                    <a:pt x="1981200" y="990473"/>
                  </a:cubicBezTo>
                  <a:cubicBezTo>
                    <a:pt x="1981200" y="1537462"/>
                    <a:pt x="1537716" y="1980946"/>
                    <a:pt x="990600" y="1980946"/>
                  </a:cubicBezTo>
                  <a:cubicBezTo>
                    <a:pt x="443484" y="1980946"/>
                    <a:pt x="0" y="1537462"/>
                    <a:pt x="0" y="990473"/>
                  </a:cubicBezTo>
                  <a:close/>
                </a:path>
              </a:pathLst>
            </a:custGeom>
            <a:gradFill rotWithShape="true">
              <a:gsLst>
                <a:gs pos="0">
                  <a:srgbClr val="F7F7F7">
                    <a:alpha val="13725"/>
                  </a:srgbClr>
                </a:gs>
                <a:gs pos="36000">
                  <a:srgbClr val="F7F7F7">
                    <a:alpha val="6666"/>
                  </a:srgbClr>
                </a:gs>
                <a:gs pos="66000">
                  <a:srgbClr val="F7F7F7">
                    <a:alpha val="0"/>
                  </a:srgbClr>
                </a:gs>
                <a:gs pos="100000">
                  <a:srgbClr val="F7F7F7">
                    <a:alpha val="0"/>
                  </a:srgbClr>
                </a:gs>
              </a:gsLst>
              <a:path path="circle">
                <a:fillToRect l="50000" r="50000" t="50000" b="50000"/>
              </a:path>
            </a:gradFill>
          </p:spPr>
        </p:sp>
      </p:grpSp>
      <p:sp>
        <p:nvSpPr>
          <p:cNvPr name="Freeform 14" id="14"/>
          <p:cNvSpPr/>
          <p:nvPr/>
        </p:nvSpPr>
        <p:spPr>
          <a:xfrm flipH="false" flipV="false" rot="0">
            <a:off x="12717616" y="2273276"/>
            <a:ext cx="4987620" cy="1508972"/>
          </a:xfrm>
          <a:custGeom>
            <a:avLst/>
            <a:gdLst/>
            <a:ahLst/>
            <a:cxnLst/>
            <a:rect r="r" b="b" t="t" l="l"/>
            <a:pathLst>
              <a:path h="1508972" w="4987620">
                <a:moveTo>
                  <a:pt x="0" y="0"/>
                </a:moveTo>
                <a:lnTo>
                  <a:pt x="4987620" y="0"/>
                </a:lnTo>
                <a:lnTo>
                  <a:pt x="4987620" y="1508972"/>
                </a:lnTo>
                <a:lnTo>
                  <a:pt x="0" y="15089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688182" y="2800351"/>
            <a:ext cx="16916400" cy="6800849"/>
          </a:xfrm>
          <a:custGeom>
            <a:avLst/>
            <a:gdLst/>
            <a:ahLst/>
            <a:cxnLst/>
            <a:rect r="r" b="b" t="t" l="l"/>
            <a:pathLst>
              <a:path h="6800849" w="16916400">
                <a:moveTo>
                  <a:pt x="0" y="0"/>
                </a:moveTo>
                <a:lnTo>
                  <a:pt x="16916400" y="0"/>
                </a:lnTo>
                <a:lnTo>
                  <a:pt x="16916400" y="6800848"/>
                </a:lnTo>
                <a:lnTo>
                  <a:pt x="0" y="68008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0" y="2381"/>
            <a:ext cx="18288000" cy="10284619"/>
            <a:chOff x="0" y="0"/>
            <a:chExt cx="24384000" cy="13712825"/>
          </a:xfrm>
        </p:grpSpPr>
        <p:sp>
          <p:nvSpPr>
            <p:cNvPr name="Freeform 17" id="17"/>
            <p:cNvSpPr/>
            <p:nvPr/>
          </p:nvSpPr>
          <p:spPr>
            <a:xfrm flipH="false" flipV="false" rot="0">
              <a:off x="0" y="0"/>
              <a:ext cx="24384000" cy="13712825"/>
            </a:xfrm>
            <a:custGeom>
              <a:avLst/>
              <a:gdLst/>
              <a:ahLst/>
              <a:cxnLst/>
              <a:rect r="r" b="b" t="t" l="l"/>
              <a:pathLst>
                <a:path h="13712825" w="24384000">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name="Group 18" id="18"/>
          <p:cNvGrpSpPr/>
          <p:nvPr/>
        </p:nvGrpSpPr>
        <p:grpSpPr>
          <a:xfrm rot="0">
            <a:off x="15656719" y="0"/>
            <a:ext cx="1028700" cy="1714500"/>
            <a:chOff x="0" y="0"/>
            <a:chExt cx="1371600" cy="2286000"/>
          </a:xfrm>
        </p:grpSpPr>
        <p:sp>
          <p:nvSpPr>
            <p:cNvPr name="Freeform 19" id="19"/>
            <p:cNvSpPr/>
            <p:nvPr/>
          </p:nvSpPr>
          <p:spPr>
            <a:xfrm flipH="false" flipV="false" rot="0">
              <a:off x="0" y="0"/>
              <a:ext cx="1371600" cy="2286000"/>
            </a:xfrm>
            <a:custGeom>
              <a:avLst/>
              <a:gdLst/>
              <a:ahLst/>
              <a:cxnLst/>
              <a:rect r="r" b="b" t="t" l="l"/>
              <a:pathLst>
                <a:path h="2286000" w="1371600">
                  <a:moveTo>
                    <a:pt x="0" y="0"/>
                  </a:moveTo>
                  <a:lnTo>
                    <a:pt x="1371600" y="0"/>
                  </a:lnTo>
                  <a:lnTo>
                    <a:pt x="1371600" y="2286000"/>
                  </a:lnTo>
                  <a:lnTo>
                    <a:pt x="0" y="2286000"/>
                  </a:lnTo>
                  <a:close/>
                </a:path>
              </a:pathLst>
            </a:custGeom>
            <a:solidFill>
              <a:srgbClr val="ACD433"/>
            </a:solidFill>
          </p:spPr>
        </p:sp>
      </p:grpSp>
      <p:grpSp>
        <p:nvGrpSpPr>
          <p:cNvPr name="Group 20" id="20"/>
          <p:cNvGrpSpPr/>
          <p:nvPr/>
        </p:nvGrpSpPr>
        <p:grpSpPr>
          <a:xfrm rot="0">
            <a:off x="15528131" y="442912"/>
            <a:ext cx="1257300" cy="1152525"/>
            <a:chOff x="0" y="0"/>
            <a:chExt cx="1676400" cy="1536700"/>
          </a:xfrm>
        </p:grpSpPr>
        <p:sp>
          <p:nvSpPr>
            <p:cNvPr name="Freeform 21" id="21"/>
            <p:cNvSpPr/>
            <p:nvPr/>
          </p:nvSpPr>
          <p:spPr>
            <a:xfrm flipH="false" flipV="false" rot="0">
              <a:off x="0" y="0"/>
              <a:ext cx="1676400" cy="1536700"/>
            </a:xfrm>
            <a:custGeom>
              <a:avLst/>
              <a:gdLst/>
              <a:ahLst/>
              <a:cxnLst/>
              <a:rect r="r" b="b" t="t" l="l"/>
              <a:pathLst>
                <a:path h="1536700" w="1676400">
                  <a:moveTo>
                    <a:pt x="0" y="0"/>
                  </a:moveTo>
                  <a:lnTo>
                    <a:pt x="1676400" y="0"/>
                  </a:lnTo>
                  <a:lnTo>
                    <a:pt x="1676400" y="1536700"/>
                  </a:lnTo>
                  <a:lnTo>
                    <a:pt x="0" y="1536700"/>
                  </a:lnTo>
                  <a:close/>
                </a:path>
              </a:pathLst>
            </a:custGeom>
            <a:blipFill>
              <a:blip r:embed="rId8">
                <a:alphaModFix amt="0"/>
              </a:blip>
              <a:stretch>
                <a:fillRect l="-67611" t="0" r="-67611" b="0"/>
              </a:stretch>
            </a:blipFill>
          </p:spPr>
        </p:sp>
        <p:sp>
          <p:nvSpPr>
            <p:cNvPr name="TextBox 22" id="22"/>
            <p:cNvSpPr txBox="true"/>
            <p:nvPr/>
          </p:nvSpPr>
          <p:spPr>
            <a:xfrm>
              <a:off x="0" y="0"/>
              <a:ext cx="1676400" cy="1536700"/>
            </a:xfrm>
            <a:prstGeom prst="rect">
              <a:avLst/>
            </a:prstGeom>
          </p:spPr>
          <p:txBody>
            <a:bodyPr anchor="b" rtlCol="false" tIns="0" lIns="0" bIns="0" rIns="0"/>
            <a:lstStyle/>
            <a:p>
              <a:pPr algn="ctr">
                <a:lnSpc>
                  <a:spcPts val="5040"/>
                </a:lnSpc>
              </a:pPr>
              <a:r>
                <a:rPr lang="en-US" sz="4200">
                  <a:solidFill>
                    <a:srgbClr val="FFFFFF"/>
                  </a:solidFill>
                  <a:latin typeface="Century Gothic Paneuropean"/>
                  <a:ea typeface="Century Gothic Paneuropean"/>
                  <a:cs typeface="Century Gothic Paneuropean"/>
                  <a:sym typeface="Century Gothic Paneuropean"/>
                </a:rPr>
                <a:t>11</a:t>
              </a:r>
            </a:p>
          </p:txBody>
        </p:sp>
      </p:grpSp>
      <p:sp>
        <p:nvSpPr>
          <p:cNvPr name="TextBox 23" id="23"/>
          <p:cNvSpPr txBox="true"/>
          <p:nvPr/>
        </p:nvSpPr>
        <p:spPr>
          <a:xfrm rot="0">
            <a:off x="6544608" y="9437351"/>
            <a:ext cx="6989474" cy="438150"/>
          </a:xfrm>
          <a:prstGeom prst="rect">
            <a:avLst/>
          </a:prstGeom>
        </p:spPr>
        <p:txBody>
          <a:bodyPr anchor="t" rtlCol="false" tIns="0" lIns="0" bIns="0" rIns="0">
            <a:spAutoFit/>
          </a:bodyPr>
          <a:lstStyle/>
          <a:p>
            <a:pPr algn="ctr">
              <a:lnSpc>
                <a:spcPts val="3240"/>
              </a:lnSpc>
            </a:pPr>
            <a:r>
              <a:rPr lang="en-US" sz="2700">
                <a:solidFill>
                  <a:srgbClr val="000000"/>
                </a:solidFill>
                <a:latin typeface="Bodoni FLF"/>
                <a:ea typeface="Bodoni FLF"/>
                <a:cs typeface="Bodoni FLF"/>
                <a:sym typeface="Bodoni FLF"/>
              </a:rPr>
              <a:t>Electronics and communications</a:t>
            </a:r>
          </a:p>
        </p:txBody>
      </p:sp>
      <p:sp>
        <p:nvSpPr>
          <p:cNvPr name="Freeform 24" id="24"/>
          <p:cNvSpPr/>
          <p:nvPr/>
        </p:nvSpPr>
        <p:spPr>
          <a:xfrm flipH="false" flipV="false" rot="0">
            <a:off x="740835" y="770563"/>
            <a:ext cx="3081147" cy="2040045"/>
          </a:xfrm>
          <a:custGeom>
            <a:avLst/>
            <a:gdLst/>
            <a:ahLst/>
            <a:cxnLst/>
            <a:rect r="r" b="b" t="t" l="l"/>
            <a:pathLst>
              <a:path h="2040045" w="3081147">
                <a:moveTo>
                  <a:pt x="0" y="0"/>
                </a:moveTo>
                <a:lnTo>
                  <a:pt x="3081147" y="0"/>
                </a:lnTo>
                <a:lnTo>
                  <a:pt x="3081147" y="2040045"/>
                </a:lnTo>
                <a:lnTo>
                  <a:pt x="0" y="2040045"/>
                </a:lnTo>
                <a:lnTo>
                  <a:pt x="0" y="0"/>
                </a:lnTo>
                <a:close/>
              </a:path>
            </a:pathLst>
          </a:custGeom>
          <a:blipFill>
            <a:blip r:embed="rId9"/>
            <a:stretch>
              <a:fillRect l="0" t="0" r="0" b="-6931"/>
            </a:stretch>
          </a:blipFill>
        </p:spPr>
      </p:sp>
      <p:sp>
        <p:nvSpPr>
          <p:cNvPr name="TextBox 25" id="25"/>
          <p:cNvSpPr txBox="true"/>
          <p:nvPr/>
        </p:nvSpPr>
        <p:spPr>
          <a:xfrm rot="0">
            <a:off x="1302300" y="3544123"/>
            <a:ext cx="1621750" cy="485775"/>
          </a:xfrm>
          <a:prstGeom prst="rect">
            <a:avLst/>
          </a:prstGeom>
        </p:spPr>
        <p:txBody>
          <a:bodyPr anchor="t" rtlCol="false" tIns="0" lIns="0" bIns="0" rIns="0">
            <a:spAutoFit/>
          </a:bodyPr>
          <a:lstStyle/>
          <a:p>
            <a:pPr algn="ctr">
              <a:lnSpc>
                <a:spcPts val="3600"/>
              </a:lnSpc>
              <a:spcBef>
                <a:spcPct val="0"/>
              </a:spcBef>
            </a:pPr>
            <a:r>
              <a:rPr lang="en-US" b="true" sz="3000">
                <a:solidFill>
                  <a:srgbClr val="000000"/>
                </a:solidFill>
                <a:latin typeface="Times New Roman Bold"/>
                <a:ea typeface="Times New Roman Bold"/>
                <a:cs typeface="Times New Roman Bold"/>
                <a:sym typeface="Times New Roman Bold"/>
              </a:rPr>
              <a:t>Reference</a:t>
            </a:r>
          </a:p>
        </p:txBody>
      </p:sp>
      <p:sp>
        <p:nvSpPr>
          <p:cNvPr name="TextBox 26" id="26"/>
          <p:cNvSpPr txBox="true"/>
          <p:nvPr/>
        </p:nvSpPr>
        <p:spPr>
          <a:xfrm rot="0">
            <a:off x="1356473" y="4076938"/>
            <a:ext cx="16542380" cy="5038862"/>
          </a:xfrm>
          <a:prstGeom prst="rect">
            <a:avLst/>
          </a:prstGeom>
        </p:spPr>
        <p:txBody>
          <a:bodyPr anchor="t" rtlCol="false" tIns="0" lIns="0" bIns="0" rIns="0">
            <a:spAutoFit/>
          </a:bodyPr>
          <a:lstStyle/>
          <a:p>
            <a:pPr algn="just">
              <a:lnSpc>
                <a:spcPts val="2849"/>
              </a:lnSpc>
            </a:pPr>
            <a:r>
              <a:rPr lang="en-US" sz="2374">
                <a:solidFill>
                  <a:srgbClr val="000000"/>
                </a:solidFill>
                <a:latin typeface="Times New Roman"/>
                <a:ea typeface="Times New Roman"/>
                <a:cs typeface="Times New Roman"/>
                <a:sym typeface="Times New Roman"/>
              </a:rPr>
              <a:t>[1] K. Sarath Kumar, M. Pavan, N. Kishore Karthikeya, P. Sai Venkata Lokesh, K. Sasidhar, T. Harith “Arduino Based Smart Vacuum Cleaner” International Journal for Research in Applied Science &amp; Engineering Technology (IJRASET), volume: 2 issue: 3, pp: 416-423, March 2023.</a:t>
            </a:r>
          </a:p>
          <a:p>
            <a:pPr algn="just">
              <a:lnSpc>
                <a:spcPts val="2849"/>
              </a:lnSpc>
            </a:pPr>
            <a:r>
              <a:rPr lang="en-US" sz="2374">
                <a:solidFill>
                  <a:srgbClr val="000000"/>
                </a:solidFill>
                <a:latin typeface="Times New Roman"/>
                <a:ea typeface="Times New Roman"/>
                <a:cs typeface="Times New Roman"/>
                <a:sym typeface="Times New Roman"/>
              </a:rPr>
              <a:t>[2] Humayun Rashid, Akash Mahmood, Sarjahan Shekha, S M Taslim Reza, Md. Rasheduzzaman “Design and Development of a DTMF Controlled Room Cleaner Robot with Two Path Following Method” 9th International Conference on Computer and Information Technology (ICCIT), pp: 147-152, December 2016.</a:t>
            </a:r>
          </a:p>
          <a:p>
            <a:pPr algn="just">
              <a:lnSpc>
                <a:spcPts val="2849"/>
              </a:lnSpc>
            </a:pPr>
            <a:r>
              <a:rPr lang="en-US" sz="2374">
                <a:solidFill>
                  <a:srgbClr val="000000"/>
                </a:solidFill>
                <a:latin typeface="Times New Roman"/>
                <a:ea typeface="Times New Roman"/>
                <a:cs typeface="Times New Roman"/>
                <a:sym typeface="Times New Roman"/>
              </a:rPr>
              <a:t>[3] K.A.M. Annuar, R.M. Dahari, M.H. Harun, M.R.M. Sapiee and N.A. Ab Hadi “Design and Implementation of Vacuum cleaner Robot Using Arduino and Smartphone” ARPN Journal of Engineering and Applied Sciences, Volume: 13 Issue: 14, pp. 5692-5698, July 2018.</a:t>
            </a:r>
          </a:p>
          <a:p>
            <a:pPr algn="just">
              <a:lnSpc>
                <a:spcPts val="2849"/>
              </a:lnSpc>
            </a:pPr>
            <a:r>
              <a:rPr lang="en-US" sz="2374">
                <a:solidFill>
                  <a:srgbClr val="000000"/>
                </a:solidFill>
                <a:latin typeface="Times New Roman"/>
                <a:ea typeface="Times New Roman"/>
                <a:cs typeface="Times New Roman"/>
                <a:sym typeface="Times New Roman"/>
              </a:rPr>
              <a:t>[4] P. Pravin, G. Babin Dhas, T. Tijo and M. John Bosco “High-pressure automatic vacuum cleaner using Arduino” BOHR Journal of Electrical &amp; Electronic Communication Engineering, volume: 1 issue: 1, pp. 18–20, January 2024.”</a:t>
            </a:r>
          </a:p>
          <a:p>
            <a:pPr algn="just">
              <a:lnSpc>
                <a:spcPts val="2849"/>
              </a:lnSpc>
            </a:pPr>
            <a:r>
              <a:rPr lang="en-US" sz="2374">
                <a:solidFill>
                  <a:srgbClr val="000000"/>
                </a:solidFill>
                <a:latin typeface="Times New Roman"/>
                <a:ea typeface="Times New Roman"/>
                <a:cs typeface="Times New Roman"/>
                <a:sym typeface="Times New Roman"/>
              </a:rPr>
              <a:t>[5] D. Desmulyati, H. Saiyar, M. H. Siregar, and M. Noviansyah, "Vacuum Cleaner Robot with Arduino R3 Android Based," Golden Ratio of Data in Summary, vol. 4, no. 2, pp. 958-968, 2024</a:t>
            </a:r>
          </a:p>
          <a:p>
            <a:pPr algn="just">
              <a:lnSpc>
                <a:spcPts val="2849"/>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DAG8nftz1N4</dc:identifier>
  <dcterms:modified xsi:type="dcterms:W3CDTF">2011-08-01T06:04:30Z</dcterms:modified>
  <cp:revision>1</cp:revision>
  <dc:title>                                       Smart vacuum cleaner robot ppt</dc:title>
</cp:coreProperties>
</file>